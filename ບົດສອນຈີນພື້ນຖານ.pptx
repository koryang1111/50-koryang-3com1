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8" r:id="rId7"/>
    <p:sldId id="262" r:id="rId8"/>
    <p:sldId id="263" r:id="rId9"/>
    <p:sldId id="266" r:id="rId10"/>
    <p:sldId id="267" r:id="rId11"/>
    <p:sldId id="261" r:id="rId12"/>
    <p:sldId id="260" r:id="rId13"/>
  </p:sldIdLst>
  <p:sldSz cx="18288000" cy="10287000"/>
  <p:notesSz cx="6858000" cy="9144000"/>
  <p:embeddedFontLst>
    <p:embeddedFont>
      <p:font typeface="Berlin Sans FB Demi" panose="020E0802020502020306" pitchFamily="34" charset="0"/>
      <p:bold r:id="rId14"/>
    </p:embeddedFont>
    <p:embeddedFont>
      <p:font typeface="Britannic Bold" panose="020B0903060703020204" pitchFamily="34" charset="0"/>
      <p:regular r:id="rId15"/>
    </p:embeddedFont>
    <p:embeddedFont>
      <p:font typeface="Saysettha OT" panose="020B0504020207020204" pitchFamily="34" charset="-3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 yang" userId="b99bc7e3dd5685fe" providerId="LiveId" clId="{2E4FA70A-A707-4CF8-B266-88D75A2AACB6}"/>
    <pc:docChg chg="addSld modSld">
      <pc:chgData name="kor yang" userId="b99bc7e3dd5685fe" providerId="LiveId" clId="{2E4FA70A-A707-4CF8-B266-88D75A2AACB6}" dt="2025-09-12T13:07:45.082" v="5" actId="1076"/>
      <pc:docMkLst>
        <pc:docMk/>
      </pc:docMkLst>
      <pc:sldChg chg="addSp modSp new mod">
        <pc:chgData name="kor yang" userId="b99bc7e3dd5685fe" providerId="LiveId" clId="{2E4FA70A-A707-4CF8-B266-88D75A2AACB6}" dt="2025-09-12T13:07:45.082" v="5" actId="1076"/>
        <pc:sldMkLst>
          <pc:docMk/>
          <pc:sldMk cId="2098420547" sldId="268"/>
        </pc:sldMkLst>
        <pc:picChg chg="add mod">
          <ac:chgData name="kor yang" userId="b99bc7e3dd5685fe" providerId="LiveId" clId="{2E4FA70A-A707-4CF8-B266-88D75A2AACB6}" dt="2025-09-12T13:07:45.082" v="5" actId="1076"/>
          <ac:picMkLst>
            <pc:docMk/>
            <pc:sldMk cId="2098420547" sldId="268"/>
            <ac:picMk id="3" creationId="{8098B707-A54C-9BC5-D8DA-8BE2621A38EA}"/>
          </ac:picMkLst>
        </pc:picChg>
      </pc:sldChg>
    </pc:docChg>
  </pc:docChgLst>
  <pc:docChgLst>
    <pc:chgData name="kor yang" userId="b99bc7e3dd5685fe" providerId="LiveId" clId="{AD1AA9DE-9889-49FE-AC58-93387BEA7971}"/>
    <pc:docChg chg="undo custSel addSld delSld modSld sldOrd">
      <pc:chgData name="kor yang" userId="b99bc7e3dd5685fe" providerId="LiveId" clId="{AD1AA9DE-9889-49FE-AC58-93387BEA7971}" dt="2025-08-20T12:56:51.567" v="542" actId="14100"/>
      <pc:docMkLst>
        <pc:docMk/>
      </pc:docMkLst>
      <pc:sldChg chg="addSp delSp modSp mod ord">
        <pc:chgData name="kor yang" userId="b99bc7e3dd5685fe" providerId="LiveId" clId="{AD1AA9DE-9889-49FE-AC58-93387BEA7971}" dt="2025-08-20T12:56:51.567" v="542" actId="14100"/>
        <pc:sldMkLst>
          <pc:docMk/>
          <pc:sldMk cId="0" sldId="261"/>
        </pc:sldMkLst>
        <pc:spChg chg="add mod">
          <ac:chgData name="kor yang" userId="b99bc7e3dd5685fe" providerId="LiveId" clId="{AD1AA9DE-9889-49FE-AC58-93387BEA7971}" dt="2025-08-20T12:56:51.567" v="542" actId="14100"/>
          <ac:spMkLst>
            <pc:docMk/>
            <pc:sldMk cId="0" sldId="261"/>
            <ac:spMk id="3" creationId="{0C6F0AE8-9DFD-B832-DC75-E3392995BEB6}"/>
          </ac:spMkLst>
        </pc:spChg>
      </pc:sldChg>
      <pc:sldChg chg="del">
        <pc:chgData name="kor yang" userId="b99bc7e3dd5685fe" providerId="LiveId" clId="{AD1AA9DE-9889-49FE-AC58-93387BEA7971}" dt="2025-08-19T11:57:46.692" v="1" actId="2696"/>
        <pc:sldMkLst>
          <pc:docMk/>
          <pc:sldMk cId="4027775416" sldId="264"/>
        </pc:sldMkLst>
      </pc:sldChg>
      <pc:sldChg chg="modSp add mod">
        <pc:chgData name="kor yang" userId="b99bc7e3dd5685fe" providerId="LiveId" clId="{AD1AA9DE-9889-49FE-AC58-93387BEA7971}" dt="2025-08-19T11:58:05.740" v="11" actId="1076"/>
        <pc:sldMkLst>
          <pc:docMk/>
          <pc:sldMk cId="3661247344" sldId="265"/>
        </pc:sldMkLst>
        <pc:spChg chg="mod">
          <ac:chgData name="kor yang" userId="b99bc7e3dd5685fe" providerId="LiveId" clId="{AD1AA9DE-9889-49FE-AC58-93387BEA7971}" dt="2025-08-19T11:58:05.740" v="11" actId="1076"/>
          <ac:spMkLst>
            <pc:docMk/>
            <pc:sldMk cId="3661247344" sldId="265"/>
            <ac:spMk id="5" creationId="{1737C61B-2805-864B-47B7-F39A105FD37D}"/>
          </ac:spMkLst>
        </pc:spChg>
      </pc:sldChg>
      <pc:sldChg chg="addSp delSp modSp add mod setBg">
        <pc:chgData name="kor yang" userId="b99bc7e3dd5685fe" providerId="LiveId" clId="{AD1AA9DE-9889-49FE-AC58-93387BEA7971}" dt="2025-08-19T13:45:02.107" v="521"/>
        <pc:sldMkLst>
          <pc:docMk/>
          <pc:sldMk cId="4252547817" sldId="266"/>
        </pc:sldMkLst>
        <pc:spChg chg="mod">
          <ac:chgData name="kor yang" userId="b99bc7e3dd5685fe" providerId="LiveId" clId="{AD1AA9DE-9889-49FE-AC58-93387BEA7971}" dt="2025-08-19T12:02:18.948" v="46" actId="1076"/>
          <ac:spMkLst>
            <pc:docMk/>
            <pc:sldMk cId="4252547817" sldId="266"/>
            <ac:spMk id="2" creationId="{26459763-481B-1703-48D4-9AAFC90FABB8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3" creationId="{F2076416-7C41-9861-863A-33E97B676FD5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5" creationId="{C04CC2A1-8C66-4893-ACA3-25E89B3B82A4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8" creationId="{CA747A08-0AF7-01AC-B9C4-1442A89B069D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9" creationId="{9C9B707D-E646-B8C7-D074-FD5CFF750D17}"/>
          </ac:spMkLst>
        </pc:spChg>
        <pc:spChg chg="mod">
          <ac:chgData name="kor yang" userId="b99bc7e3dd5685fe" providerId="LiveId" clId="{AD1AA9DE-9889-49FE-AC58-93387BEA7971}" dt="2025-08-19T13:05:57.387" v="518" actId="20577"/>
          <ac:spMkLst>
            <pc:docMk/>
            <pc:sldMk cId="4252547817" sldId="266"/>
            <ac:spMk id="10" creationId="{4B0F0AA5-05B7-B70B-17A4-428B88F7210A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11" creationId="{D45C2EB9-57BD-254C-6325-60961BF51093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16" creationId="{4EA3D597-72BC-4913-C854-007AEE019939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17" creationId="{D741DEE9-7965-92B5-B6B6-DD179B7EB623}"/>
          </ac:spMkLst>
        </pc:spChg>
        <pc:spChg chg="mod">
          <ac:chgData name="kor yang" userId="b99bc7e3dd5685fe" providerId="LiveId" clId="{AD1AA9DE-9889-49FE-AC58-93387BEA7971}" dt="2025-08-19T12:15:06.821" v="158" actId="14100"/>
          <ac:spMkLst>
            <pc:docMk/>
            <pc:sldMk cId="4252547817" sldId="266"/>
            <ac:spMk id="18" creationId="{489293E3-AA15-452E-C8CA-D3891DF3D5C2}"/>
          </ac:spMkLst>
        </pc:spChg>
        <pc:spChg chg="mod">
          <ac:chgData name="kor yang" userId="b99bc7e3dd5685fe" providerId="LiveId" clId="{AD1AA9DE-9889-49FE-AC58-93387BEA7971}" dt="2025-08-19T12:11:55.499" v="131" actId="20577"/>
          <ac:spMkLst>
            <pc:docMk/>
            <pc:sldMk cId="4252547817" sldId="266"/>
            <ac:spMk id="19" creationId="{6E7930B6-7094-BCFE-AF2D-426ADE4C4FF0}"/>
          </ac:spMkLst>
        </pc:spChg>
        <pc:spChg chg="mod">
          <ac:chgData name="kor yang" userId="b99bc7e3dd5685fe" providerId="LiveId" clId="{AD1AA9DE-9889-49FE-AC58-93387BEA7971}" dt="2025-08-19T12:12:33.485" v="137" actId="14100"/>
          <ac:spMkLst>
            <pc:docMk/>
            <pc:sldMk cId="4252547817" sldId="266"/>
            <ac:spMk id="20" creationId="{8633E9CC-E6B4-8A46-719A-83AE17990991}"/>
          </ac:spMkLst>
        </pc:spChg>
        <pc:spChg chg="mod">
          <ac:chgData name="kor yang" userId="b99bc7e3dd5685fe" providerId="LiveId" clId="{AD1AA9DE-9889-49FE-AC58-93387BEA7971}" dt="2025-08-19T12:15:01.910" v="157" actId="2711"/>
          <ac:spMkLst>
            <pc:docMk/>
            <pc:sldMk cId="4252547817" sldId="266"/>
            <ac:spMk id="21" creationId="{D1CBA51D-5842-0356-DE95-E4C488D41E13}"/>
          </ac:spMkLst>
        </pc:spChg>
        <pc:spChg chg="mod">
          <ac:chgData name="kor yang" userId="b99bc7e3dd5685fe" providerId="LiveId" clId="{AD1AA9DE-9889-49FE-AC58-93387BEA7971}" dt="2025-08-19T12:53:21.776" v="511" actId="20577"/>
          <ac:spMkLst>
            <pc:docMk/>
            <pc:sldMk cId="4252547817" sldId="266"/>
            <ac:spMk id="26" creationId="{07A6C0A5-76DE-25DE-2FD1-A6A9EF413752}"/>
          </ac:spMkLst>
        </pc:spChg>
        <pc:spChg chg="mod">
          <ac:chgData name="kor yang" userId="b99bc7e3dd5685fe" providerId="LiveId" clId="{AD1AA9DE-9889-49FE-AC58-93387BEA7971}" dt="2025-08-19T12:14:24.046" v="156" actId="14100"/>
          <ac:spMkLst>
            <pc:docMk/>
            <pc:sldMk cId="4252547817" sldId="266"/>
            <ac:spMk id="27" creationId="{AFA85E44-6074-4F45-B723-D18C9EFEF8F4}"/>
          </ac:spMkLst>
        </pc:spChg>
        <pc:inkChg chg="add">
          <ac:chgData name="kor yang" userId="b99bc7e3dd5685fe" providerId="LiveId" clId="{AD1AA9DE-9889-49FE-AC58-93387BEA7971}" dt="2025-08-19T13:07:00.436" v="519"/>
          <ac:inkMkLst>
            <pc:docMk/>
            <pc:sldMk cId="4252547817" sldId="266"/>
            <ac:inkMk id="7" creationId="{CD4E1FF2-7104-4B18-F542-E6AC4742E283}"/>
          </ac:inkMkLst>
        </pc:inkChg>
        <pc:inkChg chg="add">
          <ac:chgData name="kor yang" userId="b99bc7e3dd5685fe" providerId="LiveId" clId="{AD1AA9DE-9889-49FE-AC58-93387BEA7971}" dt="2025-08-19T13:20:55.342" v="520"/>
          <ac:inkMkLst>
            <pc:docMk/>
            <pc:sldMk cId="4252547817" sldId="266"/>
            <ac:inkMk id="12" creationId="{482685BB-1C0E-0FAE-407A-DD0191AE21E1}"/>
          </ac:inkMkLst>
        </pc:inkChg>
        <pc:inkChg chg="add">
          <ac:chgData name="kor yang" userId="b99bc7e3dd5685fe" providerId="LiveId" clId="{AD1AA9DE-9889-49FE-AC58-93387BEA7971}" dt="2025-08-19T13:45:02.107" v="521"/>
          <ac:inkMkLst>
            <pc:docMk/>
            <pc:sldMk cId="4252547817" sldId="266"/>
            <ac:inkMk id="13" creationId="{2D84C89E-E352-4AAF-DC77-D3AB8CA41683}"/>
          </ac:inkMkLst>
        </pc:inkChg>
      </pc:sldChg>
      <pc:sldChg chg="addSp delSp modSp add mod">
        <pc:chgData name="kor yang" userId="b99bc7e3dd5685fe" providerId="LiveId" clId="{AD1AA9DE-9889-49FE-AC58-93387BEA7971}" dt="2025-08-19T13:49:06.248" v="522"/>
        <pc:sldMkLst>
          <pc:docMk/>
          <pc:sldMk cId="2024218577" sldId="267"/>
        </pc:sldMkLst>
        <pc:spChg chg="mod">
          <ac:chgData name="kor yang" userId="b99bc7e3dd5685fe" providerId="LiveId" clId="{AD1AA9DE-9889-49FE-AC58-93387BEA7971}" dt="2025-08-19T12:19:18.482" v="366" actId="1076"/>
          <ac:spMkLst>
            <pc:docMk/>
            <pc:sldMk cId="2024218577" sldId="267"/>
            <ac:spMk id="2" creationId="{DD461E39-8BD8-32DD-E2FF-CB2C279434BC}"/>
          </ac:spMkLst>
        </pc:spChg>
        <pc:spChg chg="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3" creationId="{0802FA80-AECF-BB44-7448-842067999DF8}"/>
          </ac:spMkLst>
        </pc:spChg>
        <pc:spChg chg="add 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4" creationId="{9D7E8D9C-F52E-E0E5-64B6-7239916B5F7D}"/>
          </ac:spMkLst>
        </pc:spChg>
        <pc:spChg chg="add 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6" creationId="{1271F7EE-7BC7-6CD1-F43E-D0D20729075A}"/>
          </ac:spMkLst>
        </pc:spChg>
        <pc:spChg chg="add 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7" creationId="{4FCBA57E-53DE-1ABE-2D30-1EF89003068D}"/>
          </ac:spMkLst>
        </pc:spChg>
        <pc:spChg chg="add 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14" creationId="{044850CA-0556-677D-C3C5-470DF183F572}"/>
          </ac:spMkLst>
        </pc:spChg>
        <pc:spChg chg="add 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15" creationId="{5B647C89-DE8C-E00B-09CF-A89F4E7945C5}"/>
          </ac:spMkLst>
        </pc:spChg>
        <pc:spChg chg="add 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22" creationId="{9DE737D6-1E3F-B2BA-5571-5D24CC1BF182}"/>
          </ac:spMkLst>
        </pc:spChg>
        <pc:spChg chg="add mod">
          <ac:chgData name="kor yang" userId="b99bc7e3dd5685fe" providerId="LiveId" clId="{AD1AA9DE-9889-49FE-AC58-93387BEA7971}" dt="2025-08-19T12:35:45.384" v="503" actId="1076"/>
          <ac:spMkLst>
            <pc:docMk/>
            <pc:sldMk cId="2024218577" sldId="267"/>
            <ac:spMk id="23" creationId="{760F53F7-2879-5AF9-AEC2-33B491BE63F0}"/>
          </ac:spMkLst>
        </pc:spChg>
        <pc:inkChg chg="add">
          <ac:chgData name="kor yang" userId="b99bc7e3dd5685fe" providerId="LiveId" clId="{AD1AA9DE-9889-49FE-AC58-93387BEA7971}" dt="2025-08-19T13:45:02.107" v="521"/>
          <ac:inkMkLst>
            <pc:docMk/>
            <pc:sldMk cId="2024218577" sldId="267"/>
            <ac:inkMk id="28" creationId="{A9D2D594-C267-52EF-B014-192D42DDFFB9}"/>
          </ac:inkMkLst>
        </pc:inkChg>
        <pc:inkChg chg="add">
          <ac:chgData name="kor yang" userId="b99bc7e3dd5685fe" providerId="LiveId" clId="{AD1AA9DE-9889-49FE-AC58-93387BEA7971}" dt="2025-08-19T13:49:06.248" v="522"/>
          <ac:inkMkLst>
            <pc:docMk/>
            <pc:sldMk cId="2024218577" sldId="267"/>
            <ac:inkMk id="30" creationId="{6C98E402-F391-A46E-5C42-60C4CA0FEA20}"/>
          </ac:inkMkLst>
        </pc:inkChg>
      </pc:sldChg>
    </pc:docChg>
  </pc:docChgLst>
  <pc:docChgLst>
    <pc:chgData name="kor yang" userId="b99bc7e3dd5685fe" providerId="LiveId" clId="{A6F9B275-16DC-426C-85BF-4CAF84B7992E}"/>
    <pc:docChg chg="undo custSel addSld modSld sldOrd">
      <pc:chgData name="kor yang" userId="b99bc7e3dd5685fe" providerId="LiveId" clId="{A6F9B275-16DC-426C-85BF-4CAF84B7992E}" dt="2025-08-01T13:15:44.788" v="779" actId="11529"/>
      <pc:docMkLst>
        <pc:docMk/>
      </pc:docMkLst>
      <pc:sldChg chg="addSp modSp mod">
        <pc:chgData name="kor yang" userId="b99bc7e3dd5685fe" providerId="LiveId" clId="{A6F9B275-16DC-426C-85BF-4CAF84B7992E}" dt="2025-07-31T09:53:28.883" v="705" actId="1076"/>
        <pc:sldMkLst>
          <pc:docMk/>
          <pc:sldMk cId="0" sldId="257"/>
        </pc:sldMkLst>
      </pc:sldChg>
      <pc:sldChg chg="addSp delSp modSp mod">
        <pc:chgData name="kor yang" userId="b99bc7e3dd5685fe" providerId="LiveId" clId="{A6F9B275-16DC-426C-85BF-4CAF84B7992E}" dt="2025-07-31T09:31:55.332" v="526" actId="1076"/>
        <pc:sldMkLst>
          <pc:docMk/>
          <pc:sldMk cId="0" sldId="259"/>
        </pc:sldMkLst>
      </pc:sldChg>
      <pc:sldChg chg="addSp delSp modSp mod">
        <pc:chgData name="kor yang" userId="b99bc7e3dd5685fe" providerId="LiveId" clId="{A6F9B275-16DC-426C-85BF-4CAF84B7992E}" dt="2025-08-01T13:15:44.788" v="779" actId="11529"/>
        <pc:sldMkLst>
          <pc:docMk/>
          <pc:sldMk cId="0" sldId="260"/>
        </pc:sldMkLst>
      </pc:sldChg>
      <pc:sldChg chg="addSp delSp modSp add mod">
        <pc:chgData name="kor yang" userId="b99bc7e3dd5685fe" providerId="LiveId" clId="{A6F9B275-16DC-426C-85BF-4CAF84B7992E}" dt="2025-08-01T12:39:19.753" v="713" actId="20577"/>
        <pc:sldMkLst>
          <pc:docMk/>
          <pc:sldMk cId="2425143036" sldId="262"/>
        </pc:sldMkLst>
      </pc:sldChg>
      <pc:sldChg chg="addSp delSp modSp add mod">
        <pc:chgData name="kor yang" userId="b99bc7e3dd5685fe" providerId="LiveId" clId="{A6F9B275-16DC-426C-85BF-4CAF84B7992E}" dt="2025-07-31T09:54:02.348" v="712" actId="20577"/>
        <pc:sldMkLst>
          <pc:docMk/>
          <pc:sldMk cId="999217784" sldId="263"/>
        </pc:sldMkLst>
      </pc:sldChg>
      <pc:sldChg chg="new ord">
        <pc:chgData name="kor yang" userId="b99bc7e3dd5685fe" providerId="LiveId" clId="{A6F9B275-16DC-426C-85BF-4CAF84B7992E}" dt="2025-07-31T09:53:06.189" v="704"/>
        <pc:sldMkLst>
          <pc:docMk/>
          <pc:sldMk cId="4027775416" sldId="26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19T13:06:15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12541 18627 0,'53'-27'203,"79"-132"-171,-105 133-17,-1-80 17,107 27-1,-107 26 16,1 26 0,25 1-32,-52 0 16</inkml:trace>
  <inkml:trace contextRef="#ctx0" brushRef="#br0" timeOffset="5987.56">3281 18124 0,'0'26'47,"0"27"-31,0 212 0,-53-133-1,26-52 1,27 449 15,0-423-31,0 26 0,0 0 16,0-52-16,0-1 15,0 0 1,27-52 46,105-107-46,53-78 0,1 52-16,211-26 15,-318 132 1,-26 0 62,26 158-47,-79-105-31,0 0 16,0 159 15,0-159-15,0 52-1,-106-52 1,-105 159 15,131-133-15,-52-26 0,53-53-1,-54-26 16,27-106 16,80 52-47,-27 1 0</inkml:trace>
  <inkml:trace contextRef="#ctx0" brushRef="#br0" timeOffset="6965.62">3519 18124 0,'26'-26'218,"54"26"-186,-1 0-17,-52 0-15,105 0 16,-79 0-16,26 0 15,212 0 1,-264 0 0,105 0-16,-79 0 15,185 0 1,-212 0 0,80 0 30,-26 0-14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19T13:13:28.0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13547 8678 0,'79'0'187,"53"0"-155,80 0-1,-106 0-16,-27 0-15,-52 0 16,52 0 0,-53 0-1,80 0 1,159-53 15,-186 0 0,1 53-15,52 0 15,-53 0-31,-52-26 0,79 26 47,-1 0-16,54 26 1,-79-26-1,-1 27 0,-53-27 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19T13:28:51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37862 8916 0,'0'-26'93,"53"26"1,53 0-78,-53 0-1,-1 0-15,54 53 32,106-27-1,-186 1-15,54-27-1,105 0 1,-106 53-1,1-53 1,-1 0 0,-52 0 15</inkml:trace>
  <inkml:trace contextRef="#ctx0" brushRef="#br0" timeOffset="195118.34">38365 7117 0,'0'-26'31,"-27"26"157,-79 0-157,27 0-31,-80 0 16,106 53-1,-158 53 1,-28 105 15,160-184 0,53 52-15,-54 27 0,27-27-1,0 1 1,-26 25-1,-27 28 1,80-80 0,-1 53-1,-26-80 1,27 80 15,52 105 0,-26-131 1,27 79-17,105 26 17,-52-132-1,-54 0-16,80 53 17,105-80-1,-105-26 0,-26 0-31,-54 53 16,133-27-1,26-26 1,27 0 15,-133 0-31,27-53 32,0-52-1,132-186 0,-106-265 0,-132 265 1,0 211 30,0-131-31,0 131-15,-79-78 15,79 78-31,-53 1 31,26-106 1,1 158-32,26-52 15,-26-27 1,-27 0 15,26 80 0,27-54 63,-26 80-31,-54 0-48,54 0-15,-53 0 16,52 0-16,-52 0 16,52 53-16,-26-26 15,-53 52 1,54-52-16,-1-1 31,0 53 0,-27-26 1,-52 27-1,106-54 0,-27 27 0</inkml:trace>
  <inkml:trace contextRef="#ctx0" brushRef="#br0" timeOffset="-116642.59">22304 24051 0,'0'26'141,"27"1"-110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19T13:44:09.61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13256 21034 0,'53'0'62,"-1"0"-46,54 0 15,-53 0-15,53 0-1,0 0-15,-27 0 0,133 0 32,-133 0 14,1 0 1,-27 0-31,52 0 15,1 0 0,-53 0 1,106 0-1,-106 0-31,0 0 0,53 0 31,52 0 0,1-79 1,-80 79-17,27 0 17,-53 0-1,0 0-16,0 0 1,0 0 15,0 0 1,0 0-17,0 0 16,53 0 1,-54 0-32,1 0 62,0 0-46,53 0 15,-53-53 110</inkml:trace>
  <inkml:trace contextRef="#ctx0" brushRef="#br0" timeOffset="7027.29">36962 20876 0,'80'0'157,"158"0"-142,0 0-15,-53 0 16,186 0-1,-186 0 1,-106 0-16,-26 0 16,0 0-1,106 0 17,-133-27-17,80 27 16,344-26 1,-318 26-32,53 0 15,-52 0 1,-80 0 15,-1 0-31,54 0 16,0-53-1,-79 26-15,52 27 16,133-53 0,-133 53-16,0 0 15,54 0 1,25 0 15,-105 0-31,0 0 16,53 0 15,-53 0-15,0 0 31,53 0-16,-53 0-31,0 0 0,52 0 47,1 0-16,-53 0-31,53 0 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19T13:47:51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20558 20981 0,'0'-79'140,"53"79"-108,0 0-32,0 0 31,53 79 0,105-79 0,80 0 1,-264 0-1,52 0-16,54 0 1,-54 0 0,80 0-1,-1 0 1,160 0 0,-239 0-1,-52 0 1,184 0-1,-105 0 17,79 0-1,-52 0-15,-54 0-1,-26 0 16,0 0-15,132 0 0,-53 0-1,345 0 1,-345 0 0,133 0-1,-160 0 1,81 0-1,-160 0 1,159 0 0,-158 0-1,52 0 1,53 0 31,-52 0-47,-54 27 15,107 79 1,-54-106 15,0 0 1,27 0-1,-79 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01T13:00:16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8520 6562 0,'79'0'32,"0"0"-17,27 0 1,265-27 15,25 27 16,-210 0-16,-1 0 1,0-26-32,-106 26 31</inkml:trace>
  <inkml:trace contextRef="#ctx0" brushRef="#br0" timeOffset="999.83">11351 4948 0,'26'0'31,"80"0"-15,-27 0-1,1 0-15,52 53 16,212 291 15,-291-212-31,26 0 16,53 186-1,1 211 17,-133-185-1,0-265-31,-27 53 31,27-237 47,-53 25-62,-26-370-1,132-317 17,0 635-17,79-133 1,0 80 0,-26-27-1,0 133 1,0-106-1,-80 158 79,1 27-78,26 27-1,-53 52 1,0-52-16</inkml:trace>
  <inkml:trace contextRef="#ctx0" brushRef="#br0" timeOffset="2096.84">14896 6112 0,'26'0'62,"-26"53"-46,-26-53-16,-133 53 15,27-53 1,-27 53 0,80-53-1,52 0 17,-26-159-1,-52-106 0,105 186-15,-27-27-1,1-264 17,79 211-17,26 132 1,159-264 15,-211 212-15,131 79-1,-131 0-15,79 0 32,-1 0-17,-25 26 1,26 54 15,-80-27-15,-26 132-1,-212 106 17,-79-79-17,212-186 1,-291 159 15,317-185 16,26-317-16,-26 237-15,27 1-16</inkml:trace>
  <inkml:trace contextRef="#ctx0" brushRef="#br0" timeOffset="2615.94">14446 4524 0,'53'-79'31,"-53"-27"1,-26-132-1,26 159-16,-27-80 17,-52-53-1</inkml:trace>
  <inkml:trace contextRef="#ctx0" brushRef="#br0" timeOffset="4753.85">16484 5106 0,'0'-26'63,"26"26"-32,53 0-15,583-106 15,-451 27 0,-158 79 16</inkml:trace>
  <inkml:trace contextRef="#ctx0" brushRef="#br0" timeOffset="5269.9">17145 5741 0,'26'80'31,"1"-80"32,237-27-32,-131 27-31,-1 0 15,186-79 1,-265 53 0,132-27 15,-185-27 63</inkml:trace>
  <inkml:trace contextRef="#ctx0" brushRef="#br0" timeOffset="6473.09">20320 5636 0,'0'0'0,"-26"-27"16,-27 107 47,106 25-32,26-25 0,0-80-15,424-106 15,-424-26-15,1-27-1,-80 79-15,132-237 31,-132 238-15,-26-1 62,-213 80-47,-343 0 1,503 0-17,0-53 17,52-185-1,27 79 0,0 107 0,27-81 1,26 107-32,158-27 31,451 53 0,-583 0 0,133 0 1,-106 0-1,290-132 0,-105-1-15,-264 107 15,-27-80 0,-79 106-15,-54-53-1</inkml:trace>
  <inkml:trace contextRef="#ctx0" brushRef="#br0" timeOffset="6994.46">20955 3069 0,'0'0'0,"0"27"16,0-1-16,0 80 15,0 26 1,0-79 0,26-53-1,80 53 17,-79-53-17,237-26-15,-52-80 16,635-212 15,-768 345 63,-53 105-63</inkml:trace>
  <inkml:trace contextRef="#ctx0" brushRef="#br0" timeOffset="8081.48">22119 5556 0,'27'0'94,"211"0"-63,-53-53-15,-106 27 0,80-54 15,26-184 0,-158 185-15,26-213 15,-80 213-15,27 0-1,-79 52-15,-53-79 32,-107-105-1,81 105 0,78 106 0,-26 0 1,1 79-1,105-26-31,-80 80 31,107-1 0,-1-79 1,159-27-1,106 54 0,239-107 0,-504 1-15,-26-54 15</inkml:trace>
  <inkml:trace contextRef="#ctx0" brushRef="#br0" timeOffset="8810.53">23865 4075 0,'0'53'109,"0"-27"-93,27 80-16,-27-27 16,0 186-1,0-1 1,0 213-1,0-345 1,0 0 0,0 27-1,0-53 1,-27 0 0,1 26-1,-106-185 48,132-53-32,0 27-15,0 52-16,0-52 0</inkml:trace>
  <inkml:trace contextRef="#ctx0" brushRef="#br0" timeOffset="9452.79">23839 5292 0,'106'0'47,"-80"0"-31,212 79 15,-132-26-15,53-53 15,53 0 0,-159 0-15,79-79 15,-106 26-15,-26 0-1,53-212 16,27-52 1,-80-160-1,-106 81 0,26 52 0,1 291 1,0 79 15</inkml:trace>
  <inkml:trace contextRef="#ctx0" brushRef="#br0" timeOffset="12078.62">8864 9631 0,'26'0'32,"133"79"-1,52-105 0,398-80 0,-80-26 1,-158 52-17,-213 27 17</inkml:trace>
  <inkml:trace contextRef="#ctx0" brushRef="#br0" timeOffset="12955.27">12568 8493 0,'26'0'47,"-26"27"-32,53 158 17,0-53-32,26 371 31,-79 52-16,0 1 17,-26-424-17,-53 133 1,52-186 0,-158 80-1,-80 185 1,186-291-1,0-106 32,79 0-31,79-238 0,0 159-1,159-159 1</inkml:trace>
  <inkml:trace contextRef="#ctx0" brushRef="#br0" timeOffset="13912.98">13573 8202 0,'53'0'32,"0"159"-1,79 132 0,-132 26 0,0 80 1,0-106-1,27-264 0,-27-133 47,0-344-62</inkml:trace>
  <inkml:trace contextRef="#ctx0" brushRef="#br0" timeOffset="14657.77">13017 7699 0,'0'0'0,"80"0"47,-54 0 15,609-132-31,-502 79-15,211-26 15,-265 79 1</inkml:trace>
  <inkml:trace contextRef="#ctx0" brushRef="#br0" timeOffset="15868.55">14420 8043 0,'0'-79'47,"106"185"-16,-53 26-31,52 0 31,-25 133-15,-1 238 15,-79-371-31,0 80 16,0-133-1,0-53 1,0-131 47,0-451-32,132 106 0,-26 80 0,-53 290-31,53-78 32,0 78-1,79 107 31,-79 105-30,-53-26-17,-53 79 1,0-158-1,0 264 1,0-212 0,0 133-1,0-133 1,0 27 0,0-53-1,0 0-15,0 53 16,-27-54 46,54-52-15,26 0-31</inkml:trace>
  <inkml:trace contextRef="#ctx0" brushRef="#br0" timeOffset="17059.64">15981 6800 0,'53'0'16,"0"0"-1,79 238 16,-132 106 1,0 159-1,0-159 0,0-265-31,79 371 31,-79-397-31,53 79 16,27 80 15,-80-133 94,0-53-93</inkml:trace>
  <inkml:trace contextRef="#ctx0" brushRef="#br0" timeOffset="17968.78">16140 8572 0,'79'-52'125,"-53"25"-94,54 27-31,-54 0 15,186 0 17,-106-26 30,-27 26-46,1-53-1,78-27 1</inkml:trace>
  <inkml:trace contextRef="#ctx0" brushRef="#br0" timeOffset="18536.84">16960 8123 0,'26'0'31,"27"158"0,0-131-15,-26 264 15,-27-185-15,0-27-1,52 133 16,-25-186-15,-27-105 140,-53-80-140</inkml:trace>
  <inkml:trace contextRef="#ctx0" brushRef="#br0" timeOffset="19015.41">16986 7541 0,'0'0'15</inkml:trace>
  <inkml:trace contextRef="#ctx0" brushRef="#br0" timeOffset="20695.84">18283 8255 0,'0'-79'63,"0"-27"-16,-27 53 0,-26 26-47,27-52 62,-53 79-31,-54 53 1,80-27-17,0-26 1,-26 133 31,79-27-16,-26 26-31,-107 106 16,133-159 15,0-52-15,53 132-1,0-80 16,0-106 16,317-131-15,-317 52-1,0-26-16,27 26 17,-80 26-17,0-25 17,0-1-1,26 79 31,1 80-30,25-26-17,-52 52 1,27 27-1,-27 53 17,0-1-1,0-105 0,0 0-15,0 0 62,0-79-47</inkml:trace>
  <inkml:trace contextRef="#ctx0" brushRef="#br0" timeOffset="21728.45">17674 7567 0,'0'-79'32,"80"105"108,131-26-109,-184 0 63,79 0-63,-27 0 16,27 0-15,-80 0 124,54 0-141</inkml:trace>
  <inkml:trace contextRef="#ctx0" brushRef="#br0" timeOffset="23008.76">18732 7937 0,'53'-79'62,"-26"79"-46,-1 106 0,80-80-1,-53 80 1,-26-26-1,-1 78 1,-26 28 0,0-54-1,0 27 1,0-1 15,0-78 0,-26-27 32,26-80-47,-53 1-16,26-1 15,27-105-15,-53-106 16,53 106-16,80-107 31,131 1 0,-184 212-15,-1-54 0,54 28 62,-1 78-31,-79 53-16,0-52-31,53 158 31,-53 27 0,0-186-15,0 54 0,0-54-1,0 53 1,0-52-1,0 52 1,0-52 15,-27 52 32,27-105-32,0-1-31</inkml:trace>
  <inkml:trace contextRef="#ctx0" brushRef="#br0" timeOffset="23673.26">20188 8070 0,'26'-80'62,"159"80"-31,636-185 1,-583 132-1,-185 53 78,-53 80-77</inkml:trace>
  <inkml:trace contextRef="#ctx0" brushRef="#br0" timeOffset="24336.95">20664 8837 0,'0'53'16,"26"-53"62,80 0-47,79 0 1,-158 0-1,52 0-16,-52 0 173,158 0-157,-26 26-15</inkml:trace>
  <inkml:trace contextRef="#ctx0" brushRef="#br0" timeOffset="25567.97">23177 8811 0,'27'26'31,"52"27"16,80-132 16,106-27-16,-265 26-47,185-290 15,-185 52 16,0 186-15,0 53 0,0 132 62,0 0-63,0 158 17,0-25-1,0-107-15,0 212-1,53-212 1,53 54-1,-80-107 1,1 27 0,25-53-1,54 0 1,0-26 0,26-107-1,-52 80 1,-1-132-1,-52-27 17,26 107-17,-27 78 1,-26-370 0,0 318-1,0 0 1,0-27 15</inkml:trace>
  <inkml:trace contextRef="#ctx0" brushRef="#br0" timeOffset="26671.26">23971 7779 0,'-79'-27'94,"52"-79"-63,1 80-31,-27-27 16,53 0-1,0-132 17,0-80-1,26 54 0,107 105 0,-54 106-31,53-106 32,-52 106 15,26 0-16,-1 26 0,-105 160 0,-105 290 1,78-317-1,27-133 0,0 1 32,238-80-48,-52 26 16,-28-52 1,-158 52 61</inkml:trace>
  <inkml:trace contextRef="#ctx0" brushRef="#br0" timeOffset="27280.64">24077 7250 0,'0'-80'140</inkml:trace>
  <inkml:trace contextRef="#ctx0" brushRef="#br0" timeOffset="28005.37">24791 6297 0,'0'53'31,"0"26"-15,-26 54-1,0 25 1,-27-78 0,79-1 62,106-79-47,-52 0-15,-27-79-1,26 79 1,27-27 15,-27 27 47,-52 0-62,105-53 15</inkml:trace>
  <inkml:trace contextRef="#ctx0" brushRef="#br0" timeOffset="29800.32">25532 7461 0,'53'0'16,"79"27"15,-132 79 1,-26 105-1,52-290 125,-26-1-140,106-78-1,-79 131 1,211-132 0,-132 107 30,-27 52-14,-52 26-17,-1 27-15,27-27 16,-27 265 0,-26-185-16,0 185 31,0-158-16,-53 78 1,-238 80 0,186-158-1,-54 131 1,132-237 0,-26-186 30,318-423-14,-186 450-17,1 79 1,79 0 0,79 79 15,-106 106 0,106-52 0,-159-80-15,-26 0 31,53-27-32,-26 1 1,25-159 0,-105 105-1,0-78 1,0 105 0,0-238-1,-52-159 16,52 370-15,-53 1 0,26 26-1,-26 27 1</inkml:trace>
  <inkml:trace contextRef="#ctx0" brushRef="#br0" timeOffset="30654.1">26538 6826 0,'-80'-185'31,"160"370"-31,-213-396 16,133 184-16,0-158 31,0 158-15,0-158 15,53 79 0,133 53 1,-160 53-1,80 27 0,0 105 0,-27 212 1,-53-159-1,27-185 78,344-26-77,-370-1-17,-1-78 48,27 25-48,-26 1-15</inkml:trace>
  <inkml:trace contextRef="#ctx0" brushRef="#br0" timeOffset="31153.87">27437 5450 0,'0'0'0,"-53"159"16,27-79-16,26 52 16,0-79-1,0 0 1,0 0 46,106-53-46,-27 0 0,133 0-1,-133-53 1,27 26 15,79 27 0,-105-53 1,-54 80-17</inkml:trace>
  <inkml:trace contextRef="#ctx0" brushRef="#br0" timeOffset="32129.86">9737 14446 0,'105'-53'78,"1"0"-62,-26 53-16,-1 0 16,133 0-1,-106 0 1,-27 0-1,424-211 17</inkml:trace>
  <inkml:trace contextRef="#ctx0" brushRef="#br0" timeOffset="34376.71">13600 11615 0,'132'-26'31,"-132"52"-15,26 239 15,80 105-15,-106-26-1,-26 291 17,26-450-17,0-105 1,0-54-16,0 186 31,0 158 0,0-79 1,0-185-1,0 0 0,53-80 0,52-26 1,107 80-1,-80-107 63</inkml:trace>
  <inkml:trace contextRef="#ctx0" brushRef="#br0" timeOffset="35299.71">16880 13282 0,'-132'132'16,"-106"-26"15,159 0-15,-107-27-16,-25 27 15,-54 79 1,186-158-1,-1 26-15,-78 26 16,-1-79 0,80 0-1,-27-53 32,79-26-31,-52 52-16,26-158 15,-132-265 1,211-185 15,80 503-15,317-265 0,-290 318-1,78-27 1,-52 80-1,0 26 17,0 53-17,-133-27 1,27 0-16,-27 27 16,54 238 15,-80-264-16,-238 237 17,105-158-32,-211 53 31,0-106 0,239-80 0,-54-131 1,0-133-1</inkml:trace>
  <inkml:trace contextRef="#ctx0" brushRef="#br0" timeOffset="35952.18">15187 10689 0,'79'132'16,"-52"-105"-1,-1 264 1,27-212 0,-26 186-1,26-212 1,-53-27 0,26 54 46,80-160-46,106-78-1,264-213 1,-159 54 0,-237 184-1,52 1 1,-132 211 93,-26 54-93</inkml:trace>
  <inkml:trace contextRef="#ctx0" brushRef="#br0" timeOffset="37202.01">16642 11774 0,'0'-79'16,"53"105"-1,0 80 1,27 0-1,105 264 17,-159-26-1,-52 132 0,26-343-15,0-54 15,0-26 0,-27 0 1,27-133-1,0 54-31,0-80 15,27-688 17,-1 662-32,-26 0 15,53 52 1,265-343 15,-186 317 0,-26 53 1,-27 53 15,27 53-16,-80 53 0,-26 0-15,0 317 15,0-185 0,0-26 0,0 0 1,0-159-1,0 0 31,27-53 1,26-27-32</inkml:trace>
  <inkml:trace contextRef="#ctx0" brushRef="#br0" timeOffset="38703.58">18653 11351 0,'-26'-80'31,"-1"80"-31,-158 53 31,79 132 0,53-105-15,-26 264 15,79-212-15,0 27-1,0 26 17,79-185-1,265-27 0,-212-52-31,-52-27 16,370-502 15,-397 396 0,-53 291 47,0 477-46,0-424-32,0 54 0,-27 290 31,-264 423 0,212-105 0,-54-318 1,80-317-1,-52-27 0,25-132-15,54-26-1,26-27-15,-53 0 16,-106-317 0,106 185-1,53-265 1,53 185 15,291 106 0,-212 106-15,107-26 0,-213 53-1,27-1 1,0 27 0,53 0 46,-27 0-46,0-79-1,265-424 17,-344 424-17,27-133 1</inkml:trace>
  <inkml:trace contextRef="#ctx0" brushRef="#br0" timeOffset="39224.1">20002 11642 0,'80'0'31,"-54"0"1,80 26-17,0 27 16,-27-53 1,-52 0-17,52 53 32,-52 26-16</inkml:trace>
  <inkml:trace contextRef="#ctx0" brushRef="#br0" timeOffset="39640.15">20029 12621 0,'159'0'46,"-1"-133"-14,-78 133 93,-54-26-110</inkml:trace>
  <inkml:trace contextRef="#ctx0" brushRef="#br0" timeOffset="41656.65">21881 11086 0,'79'0'47,"-79"26"-16,27 292-15,79-133-1,-106 133 1,0 211 15,0-450-15,26-52-1,54 26 32,-54-80-31,53 27-1,159-132 1,-185 0-16,106-133 31,-79-238 1,-28 371-32,-52 0 15,0 52 1,0 1-16,0-80 31,0 212 16,0 26-16,0-52-15,106 26-1,159-185 17,-239 79-17,54 53 17,-1 53-1,-52-27-16,78 265 17,-105-212-17,0 133 17,0-133-32,0-52 15,0 132 1,0-1-1,-264 266 17,211-398-32,26 54 15,-78 78 17,78-78-1,-105-107 31,105-211-30,27 106-1,106 132 31,212 0-30,-54-27-1,-237-26 0,79 27 0,79-80 1,-159 80 30,107-159-46,-54 26 31,-79-26-32,0-159 16,-27-80 1,27 345-1,-79 79 16</inkml:trace>
  <inkml:trace contextRef="#ctx0" brushRef="#br0" timeOffset="42909.89">24950 10769 0,'0'-27'31,"0"80"0,0 291 1,0-212-32,0-26 15,0 159 1,-53-27-16,0-159 15,0 186 1,53-107 0,0-131-1,0 52 17,0 27-1,0-79-16,212 158 17,-133-185-17,-26 0-15</inkml:trace>
  <inkml:trace contextRef="#ctx0" brushRef="#br0" timeOffset="43799.02">25691 11880 0,'0'-53'31,"0"79"31,0 27-46,0 106 0,0-106-1,0 0 1,0 0-1,0 0-15,0 0 0,106-1 32,-80 1-1,212-79 0,-52-106 0,-160 52-15,1 54 0,52-106-1,53-80 1,-105 106 0,26-159-1,-27 186 1,-26-106-1,0 132 1,0-53 0,0 0-1,-53-132 1,27 159 0,-54-27-1,54 79 1,-27-25-16,0-54 15,-53 26 17,53 80-1</inkml:trace>
  <inkml:trace contextRef="#ctx0" brushRef="#br0" timeOffset="44992.73">20029 11642 0,'26'0'47,"1"0"31,158 0-62,-158 0 0,52 0-1,133 0 1,-107 0 15,1-27-15,-132 27 78,26 53-63,-53-26-16,-106 78 1</inkml:trace>
  <inkml:trace contextRef="#ctx0" brushRef="#br0" timeOffset="45703.85">20241 12647 0,'53'0'79,"264"-106"-48,-211 27 0,-53 52-15,53 1-1,-1-1 17,-25 27 93,-54 0-94</inkml:trace>
  <inkml:trace contextRef="#ctx0" brushRef="#br0" timeOffset="55344.84">6588 2143 0,'-26'582'78,"26"450"-31,0-609-47,0 54 16,53 1190 15,-53 185 0,0 211-15,0-634 15,0-1032-15,0 503-1,0-662 1,0 582 0,0-635-1,52 794 1,-52 159 15,0-979-15,0 105-1,0-184 1,0-1-16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01T13:09:35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10927 18706 0,'53'0'437,"0"0"-327,0 0-79,0 0 16,0 0 0,0 26-32,26 1 17,1-27-1</inkml:trace>
  <inkml:trace contextRef="#ctx0" brushRef="#br0" timeOffset="758.43">13864 16140 0,'0'608'31,"0"-1216"-31,0 1454 16,0-422-1,0-239 1,0 53-16,0 582 31,0-105 1,0-530-17,0 0 16,0-106 1,0-52 15</inkml:trace>
  <inkml:trace contextRef="#ctx0" brushRef="#br0" timeOffset="1367.16">13547 18865 0,'79'0'62,"133"0"-31,185 26 1,264-26-17,-449-53 32</inkml:trace>
  <inkml:trace contextRef="#ctx0" brushRef="#br0" timeOffset="1800.22">15293 18415 0,'0'26'47,"0"27"-31,0 0-16,0 106 16,0 132 15,0-159-16,0-26 1,0 0 0</inkml:trace>
  <inkml:trace contextRef="#ctx0" brushRef="#br0" timeOffset="2436.32">15002 17701 0,'79'26'110,"503"-26"-79,-476 0-16,53 0 1,-133 0 15</inkml:trace>
  <inkml:trace contextRef="#ctx0" brushRef="#br0" timeOffset="3326.94">15928 18336 0,'0'26'31,"53"186"0,-27-133-31,1-26 16,26 53-1,-53 185 1,0-185 0,0 370 15,0-502 47,26-424-47,239-582-15,-265 900 15,79 132 32,27 185-32,-53 53-15,-53-132-1,26 185 1,27-159-1,-53-53 1,0 186 0,106-133 15,-106-158 47</inkml:trace>
  <inkml:trace contextRef="#ctx0" brushRef="#br0" timeOffset="4867.62">18071 18045 0,'53'-106'16,"-27"79"15,-105-52 0,-27 52 0,80 1-15,-80-53 15,27 79-15,-1 53 0,-26 238 15,27-27-16,79-132 1,-79 159 15,131-238 47,54-79-62,80-133-16,501-264 31,-528 105 1,-159 345 61,0 52-77,0 1-16,0 105 16,53 291-1,-53 662 16,0-159 1,0-794-32,-26 212 31,-54-159-15,-105-79 15,-27-186 0,-132-370 0,27-79 1,317 397-17,0 52-15,79-290 31,186 79-15,-53 132-16,-133 106 31,80 0 1,-80 0-17,556-238 16</inkml:trace>
  <inkml:trace contextRef="#ctx0" brushRef="#br0" timeOffset="5543.71">19341 18336 0,'53'-53'31,"79"53"-15,-26 26 15,-79 1-15,158-1-1,-132 1 1,-27 25-16,133-25 31,-133-1 0,54 27-15,-54-26 15</inkml:trace>
  <inkml:trace contextRef="#ctx0" brushRef="#br0" timeOffset="6042.53">19870 19129 0,'27'0'15,"78"0"17,-25 0-1,-54 0-31,160 0 31,-160 0 0,53 0 16,-52 0 16,52-26-63</inkml:trace>
  <inkml:trace contextRef="#ctx0" brushRef="#br0" timeOffset="7383.33">21616 17939 0,'186'106'32,"-133"290"-1,-27-52-16,-26-291 17,-79-159-1,79 27-15,26-291-1,133-80 1,-53 185-1,105 27 1,-131 159 0,26 79 31,-54 159-32,28-133 1,52 609-1,-132 79 17,53-661-17,-26 0 1,25-132 31,28-106-32,79-27-15,-1-53 16,186-581 15,-344 766-15,0 133 31,-79 635-16,79-503-31,0-52 16,26 316 15,-26-369-15,133-133 15,343-873 0,-185-662 0,132-211 1,-79 662-1,-344 872 0</inkml:trace>
  <inkml:trace contextRef="#ctx0" brushRef="#br0" timeOffset="8736.48">23177 15769 0,'27'27'31,"185"-107"16,-159 54-47,52-54 15,-25 1-15,26-53 16,-80-1-16,27 1 16,26-132-1,-79 211 1,-53-27 31,-132 80-16,106 0-15,-265 265-1,291-239 1,-53 54-1,80-27-15,26 0 16,-53 132 0,79 159 15,54-186 0,-54-131-15,0 52-16,54-52 15,26 52 1,238 53 15,-212-105-31,212-1 16,-159-52 0,344-318-1,-396 265 1,-81-54-1,-25 54 1,-27-1-16,53-78 16,26-133 15,-79 211-15,0 1-1,0 158 79</inkml:trace>
  <inkml:trace contextRef="#ctx0" brushRef="#br0" timeOffset="9992.92">24950 17013 0,'27'0'32,"-1"106"-17,-26-27 1,0-53-1,0 54 48,-53-80-47,53-185-1,0 158 1,27-79-1,-1 80 1,80-27 0,0 53 15,105 159 0,-211-80-31,0 133 31,0-80-15,0 371 15,0-397-15,0 158 0,0 318 15,-52-450-16,-1 133 1,-27-53 0,54-1-1,-159-52 1,105-27 0,1-26-16,-159-26 31,105-80 0,-25-53 0,105 0-15</inkml:trace>
  <inkml:trace contextRef="#ctx0" brushRef="#br0" timeOffset="191468.52">11218 24897 0,'80'0'234,"131"0"-202,160-132-1,-345 132 16,80 0-16,-27 0-15,-52 0-16,52-26 15,-52-27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0.png"/><Relationship Id="rId7" Type="http://schemas.openxmlformats.org/officeDocument/2006/relationships/image" Target="../media/image1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100.png"/><Relationship Id="rId4" Type="http://schemas.openxmlformats.org/officeDocument/2006/relationships/customXml" Target="../ink/ink1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13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F8B9123-8263-BD55-B75A-354A1A0C4EA5}"/>
              </a:ext>
            </a:extLst>
          </p:cNvPr>
          <p:cNvSpPr/>
          <p:nvPr/>
        </p:nvSpPr>
        <p:spPr>
          <a:xfrm>
            <a:off x="12899985" y="7198311"/>
            <a:ext cx="5175999" cy="28600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7C61B-2805-864B-47B7-F39A105FD37D}"/>
              </a:ext>
            </a:extLst>
          </p:cNvPr>
          <p:cNvSpPr txBox="1"/>
          <p:nvPr/>
        </p:nvSpPr>
        <p:spPr>
          <a:xfrm>
            <a:off x="5671390" y="719453"/>
            <a:ext cx="73493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100" dirty="0">
                <a:effectLst>
                  <a:reflection blurRad="6350" stA="60000" endA="900" endPos="58000" dir="5400000" sy="-100000" algn="bl" rotWithShape="0"/>
                </a:effectLst>
                <a:latin typeface="Britannic Bold" panose="020B0903060703020204" pitchFamily="34" charset="0"/>
              </a:rPr>
              <a:t>English Basic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C66A8-9977-3C49-332D-ED5D398E4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5901" y="1095029"/>
            <a:ext cx="8316546" cy="919197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B70BD54-84B8-3A9C-06BB-314385BA2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-276998"/>
            <a:ext cx="27706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7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44B3EED-ACBC-A7FE-D833-414C357D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1" y="-48398"/>
            <a:ext cx="27706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70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EB5B9FA-65D8-F451-5307-D0B999D6F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180202"/>
            <a:ext cx="27706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7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A1D0A91-66CC-7F76-782D-DC42ED174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1" y="408802"/>
            <a:ext cx="27706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7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7868C-C983-352D-E755-76393D14A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8185" y="115873"/>
            <a:ext cx="1962615" cy="19583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2B4F67-EA4F-B958-983A-1D2872E7EDDC}"/>
              </a:ext>
            </a:extLst>
          </p:cNvPr>
          <p:cNvSpPr txBox="1"/>
          <p:nvPr/>
        </p:nvSpPr>
        <p:spPr>
          <a:xfrm>
            <a:off x="14117444" y="7426911"/>
            <a:ext cx="4170557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rgbClr val="00B0F0"/>
                </a:solidFill>
              </a:rPr>
              <a:t>Phone:</a:t>
            </a:r>
          </a:p>
          <a:p>
            <a:r>
              <a:rPr lang="en-US" sz="2700" dirty="0">
                <a:solidFill>
                  <a:srgbClr val="00B0F0"/>
                </a:solidFill>
              </a:rPr>
              <a:t>+8562078349422</a:t>
            </a:r>
          </a:p>
          <a:p>
            <a:r>
              <a:rPr lang="en-US" sz="2700" dirty="0">
                <a:solidFill>
                  <a:srgbClr val="00B0F0"/>
                </a:solidFill>
              </a:rPr>
              <a:t>Mail:</a:t>
            </a:r>
          </a:p>
          <a:p>
            <a:r>
              <a:rPr lang="en-US" sz="2700" dirty="0">
                <a:solidFill>
                  <a:srgbClr val="00B0F0"/>
                </a:solidFill>
              </a:rPr>
              <a:t>koryang2005@gmail.com</a:t>
            </a:r>
          </a:p>
          <a:p>
            <a:r>
              <a:rPr lang="en-US" sz="2700" dirty="0">
                <a:solidFill>
                  <a:srgbClr val="00B0F0"/>
                </a:solidFill>
              </a:rPr>
              <a:t>Facebook:</a:t>
            </a:r>
          </a:p>
          <a:p>
            <a:r>
              <a:rPr lang="en-US" sz="2700" dirty="0">
                <a:solidFill>
                  <a:srgbClr val="00B0F0"/>
                </a:solidFill>
              </a:rPr>
              <a:t>ko Yaj</a:t>
            </a:r>
          </a:p>
          <a:p>
            <a:endParaRPr lang="en-US" sz="2700" dirty="0">
              <a:solidFill>
                <a:srgbClr val="00B0F0"/>
              </a:solidFill>
            </a:endParaRPr>
          </a:p>
        </p:txBody>
      </p:sp>
      <p:sp>
        <p:nvSpPr>
          <p:cNvPr id="11" name="AutoShape 4" descr="Free Phone Icon - Free Download User Interface Icons | IconScout">
            <a:extLst>
              <a:ext uri="{FF2B5EF4-FFF2-40B4-BE49-F238E27FC236}">
                <a16:creationId xmlns:a16="http://schemas.microsoft.com/office/drawing/2014/main" id="{298A4DC4-86E9-7CFA-EBA5-FC2A2F0567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15400" y="4914900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85FB88-6E78-1972-F3C3-D9C164E65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6759" y="7594551"/>
            <a:ext cx="680685" cy="680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CF2ED7-96E7-A933-D06F-0728E8F9A7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6759" y="8427704"/>
            <a:ext cx="680687" cy="6806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AA505D-8DF4-5E98-CD19-504261EA7C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1401" y="9260858"/>
            <a:ext cx="680684" cy="6806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6C8DFA3-34F5-5F4E-D48A-A91B4B5FF299}"/>
              </a:ext>
            </a:extLst>
          </p:cNvPr>
          <p:cNvSpPr txBox="1"/>
          <p:nvPr/>
        </p:nvSpPr>
        <p:spPr>
          <a:xfrm>
            <a:off x="14302640" y="6512512"/>
            <a:ext cx="2586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solidFill>
                  <a:srgbClr val="00B0F0"/>
                </a:solidFill>
              </a:rPr>
              <a:t>Contact: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16F9A2-DF7D-A95A-9D25-3851A59FD0C3}"/>
              </a:ext>
            </a:extLst>
          </p:cNvPr>
          <p:cNvSpPr txBox="1"/>
          <p:nvPr/>
        </p:nvSpPr>
        <p:spPr>
          <a:xfrm>
            <a:off x="4915044" y="4098209"/>
            <a:ext cx="88620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highlight>
                  <a:srgbClr val="FFFF00"/>
                </a:highlight>
              </a:rPr>
              <a:t>Teacher: </a:t>
            </a:r>
            <a:r>
              <a:rPr lang="en-US" altLang="zh-CN" sz="4200" dirty="0">
                <a:highlight>
                  <a:srgbClr val="FFFF00"/>
                </a:highlight>
              </a:rPr>
              <a:t>kor yang</a:t>
            </a:r>
            <a:r>
              <a:rPr lang="zh-CN" altLang="en-US" sz="4200" dirty="0">
                <a:highlight>
                  <a:srgbClr val="FFFF00"/>
                </a:highlight>
              </a:rPr>
              <a:t> </a:t>
            </a:r>
            <a:r>
              <a:rPr lang="en-US" altLang="zh-CN" sz="4200" dirty="0">
                <a:highlight>
                  <a:srgbClr val="FFFF00"/>
                </a:highlight>
              </a:rPr>
              <a:t>(</a:t>
            </a:r>
            <a:r>
              <a:rPr lang="zh-CN" altLang="en-US" sz="4200" dirty="0">
                <a:highlight>
                  <a:srgbClr val="FFFF00"/>
                </a:highlight>
              </a:rPr>
              <a:t>杨功</a:t>
            </a:r>
            <a:r>
              <a:rPr lang="en-US" altLang="zh-CN" sz="4200" dirty="0">
                <a:highlight>
                  <a:srgbClr val="FFFF00"/>
                </a:highlight>
              </a:rPr>
              <a:t>)</a:t>
            </a:r>
            <a:endParaRPr lang="en-US" sz="4200" dirty="0">
              <a:highlight>
                <a:srgbClr val="FFFF00"/>
              </a:highlight>
            </a:endParaRPr>
          </a:p>
          <a:p>
            <a:endParaRPr lang="en-US" sz="4200" dirty="0">
              <a:highlight>
                <a:srgbClr val="FFFF00"/>
              </a:highlight>
            </a:endParaRPr>
          </a:p>
          <a:p>
            <a:r>
              <a:rPr lang="en-US" sz="4200" dirty="0">
                <a:highlight>
                  <a:srgbClr val="FFFF00"/>
                </a:highlight>
              </a:rPr>
              <a:t>Education: National University of Laos</a:t>
            </a:r>
          </a:p>
          <a:p>
            <a:endParaRPr lang="en-US" sz="4200" dirty="0">
              <a:highlight>
                <a:srgbClr val="FFFF00"/>
              </a:highlight>
            </a:endParaRPr>
          </a:p>
          <a:p>
            <a:r>
              <a:rPr lang="en-US" sz="4200" dirty="0">
                <a:highlight>
                  <a:srgbClr val="FFFF00"/>
                </a:highlight>
              </a:rPr>
              <a:t>Teaching Experience: 2 years</a:t>
            </a:r>
          </a:p>
        </p:txBody>
      </p:sp>
    </p:spTree>
    <p:extLst>
      <p:ext uri="{BB962C8B-B14F-4D97-AF65-F5344CB8AC3E}">
        <p14:creationId xmlns:p14="http://schemas.microsoft.com/office/powerpoint/2010/main" val="366124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5329" y="0"/>
            <a:ext cx="15317341" cy="10817872"/>
          </a:xfrm>
          <a:custGeom>
            <a:avLst/>
            <a:gdLst/>
            <a:ahLst/>
            <a:cxnLst/>
            <a:rect l="l" t="t" r="r" b="b"/>
            <a:pathLst>
              <a:path w="15317341" h="10817872">
                <a:moveTo>
                  <a:pt x="0" y="0"/>
                </a:moveTo>
                <a:lnTo>
                  <a:pt x="15317342" y="0"/>
                </a:lnTo>
                <a:lnTo>
                  <a:pt x="15317342" y="10817872"/>
                </a:lnTo>
                <a:lnTo>
                  <a:pt x="0" y="10817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706" y="1333500"/>
            <a:ext cx="8834360" cy="8229600"/>
          </a:xfrm>
          <a:custGeom>
            <a:avLst/>
            <a:gdLst/>
            <a:ahLst/>
            <a:cxnLst/>
            <a:rect l="l" t="t" r="r" b="b"/>
            <a:pathLst>
              <a:path w="8834360" h="8229600">
                <a:moveTo>
                  <a:pt x="0" y="0"/>
                </a:moveTo>
                <a:lnTo>
                  <a:pt x="8834360" y="0"/>
                </a:lnTo>
                <a:lnTo>
                  <a:pt x="88343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564" b="-858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58200" y="1333500"/>
            <a:ext cx="9701166" cy="8346343"/>
          </a:xfrm>
          <a:custGeom>
            <a:avLst/>
            <a:gdLst/>
            <a:ahLst/>
            <a:cxnLst/>
            <a:rect l="l" t="t" r="r" b="b"/>
            <a:pathLst>
              <a:path w="9701166" h="8346343">
                <a:moveTo>
                  <a:pt x="0" y="0"/>
                </a:moveTo>
                <a:lnTo>
                  <a:pt x="9701166" y="0"/>
                </a:lnTo>
                <a:lnTo>
                  <a:pt x="9701166" y="8346343"/>
                </a:lnTo>
                <a:lnTo>
                  <a:pt x="0" y="8346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3" t="-113955" r="-13338"/>
            </a:stretch>
          </a:blipFill>
        </p:spPr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B42717-E33E-66EF-0ACA-96BDDD5335E4}"/>
              </a:ext>
            </a:extLst>
          </p:cNvPr>
          <p:cNvCxnSpPr/>
          <p:nvPr/>
        </p:nvCxnSpPr>
        <p:spPr>
          <a:xfrm flipV="1">
            <a:off x="5943600" y="3619500"/>
            <a:ext cx="7620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70785" cy="10184393"/>
          </a:xfrm>
          <a:custGeom>
            <a:avLst/>
            <a:gdLst/>
            <a:ahLst/>
            <a:cxnLst/>
            <a:rect l="l" t="t" r="r" b="b"/>
            <a:pathLst>
              <a:path w="18470785" h="10184393">
                <a:moveTo>
                  <a:pt x="0" y="0"/>
                </a:moveTo>
                <a:lnTo>
                  <a:pt x="18470785" y="0"/>
                </a:lnTo>
                <a:lnTo>
                  <a:pt x="18470785" y="10184393"/>
                </a:lnTo>
                <a:lnTo>
                  <a:pt x="0" y="1018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8F7063-1CB8-1D91-BE05-0B1139C42F97}"/>
              </a:ext>
            </a:extLst>
          </p:cNvPr>
          <p:cNvSpPr txBox="1"/>
          <p:nvPr/>
        </p:nvSpPr>
        <p:spPr>
          <a:xfrm>
            <a:off x="6915150" y="440792"/>
            <a:ext cx="4457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sz="5400" b="1" u="sng" dirty="0">
                <a:latin typeface="Berlin Sans FB Demi" panose="020E0802020502020306" pitchFamily="34" charset="0"/>
                <a:cs typeface="Saysettha OT" panose="020B0504020207020204" pitchFamily="34" charset="-34"/>
              </a:rPr>
              <a:t>ສີໃນພາສາຈີນ</a:t>
            </a:r>
            <a:endParaRPr lang="en-US" sz="5400" b="1" u="sng" dirty="0">
              <a:latin typeface="Berlin Sans FB Demi" panose="020E0802020502020306" pitchFamily="34" charset="0"/>
              <a:cs typeface="Saysettha OT" panose="020B0504020207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48B65-5FD2-2351-8B99-60671FC3D378}"/>
              </a:ext>
            </a:extLst>
          </p:cNvPr>
          <p:cNvSpPr txBox="1"/>
          <p:nvPr/>
        </p:nvSpPr>
        <p:spPr>
          <a:xfrm>
            <a:off x="1809323" y="24003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红色  </a:t>
            </a:r>
            <a:r>
              <a:rPr lang="en-US" altLang="zh-CN" sz="4400" dirty="0"/>
              <a:t>:  </a:t>
            </a:r>
            <a:r>
              <a:rPr lang="en-US" sz="4400" dirty="0" err="1"/>
              <a:t>hóng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 </a:t>
            </a:r>
            <a:r>
              <a:rPr lang="lo-LA" sz="4400" dirty="0">
                <a:solidFill>
                  <a:srgbClr val="FF0000"/>
                </a:solidFill>
                <a:latin typeface="Saysettha OT" panose="020B0504020207020204" pitchFamily="34" charset="-34"/>
                <a:cs typeface="Saysettha OT" panose="020B0504020207020204" pitchFamily="34" charset="-34"/>
              </a:rPr>
              <a:t>ສີແດງ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B5FE0-AF8B-51F7-AAB3-91E1DB1193FC}"/>
              </a:ext>
            </a:extLst>
          </p:cNvPr>
          <p:cNvSpPr txBox="1"/>
          <p:nvPr/>
        </p:nvSpPr>
        <p:spPr>
          <a:xfrm>
            <a:off x="1814146" y="33909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蓝色</a:t>
            </a:r>
            <a:r>
              <a:rPr lang="en-US" altLang="zh-CN" sz="4400" dirty="0"/>
              <a:t>:  </a:t>
            </a:r>
            <a:r>
              <a:rPr lang="en-US" sz="4400" dirty="0" err="1"/>
              <a:t>lán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 </a:t>
            </a:r>
            <a:r>
              <a:rPr lang="lo-LA" sz="4400" dirty="0">
                <a:highlight>
                  <a:srgbClr val="0000FF"/>
                </a:highlight>
                <a:latin typeface="Saysettha OT" panose="020B0504020207020204" pitchFamily="34" charset="-34"/>
                <a:cs typeface="Saysettha OT" panose="020B0504020207020204" pitchFamily="34" charset="-34"/>
              </a:rPr>
              <a:t>ສີຟ້າ</a:t>
            </a:r>
            <a:endParaRPr lang="en-US" sz="4400" dirty="0">
              <a:highlight>
                <a:srgbClr val="0000FF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29724-629D-B262-B0F4-9338A4552BC4}"/>
              </a:ext>
            </a:extLst>
          </p:cNvPr>
          <p:cNvSpPr txBox="1"/>
          <p:nvPr/>
        </p:nvSpPr>
        <p:spPr>
          <a:xfrm>
            <a:off x="1818384" y="4468624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绿色</a:t>
            </a:r>
            <a:r>
              <a:rPr lang="en-US" altLang="zh-CN" sz="4400" dirty="0"/>
              <a:t>: </a:t>
            </a:r>
            <a:r>
              <a:rPr lang="en-US" sz="4400" dirty="0" err="1"/>
              <a:t>lǜ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 </a:t>
            </a:r>
            <a:r>
              <a:rPr lang="lo-LA" sz="4400" dirty="0">
                <a:solidFill>
                  <a:srgbClr val="00B050"/>
                </a:solidFill>
                <a:latin typeface="Saysettha OT" panose="020B0504020207020204" pitchFamily="34" charset="-34"/>
                <a:cs typeface="Saysettha OT" panose="020B0504020207020204" pitchFamily="34" charset="-34"/>
              </a:rPr>
              <a:t>ສີຂຽວ</a:t>
            </a:r>
            <a:endParaRPr lang="en-US" sz="4400" dirty="0">
              <a:solidFill>
                <a:srgbClr val="00B05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66A9C-D4EF-5860-33A2-DE526D467E33}"/>
              </a:ext>
            </a:extLst>
          </p:cNvPr>
          <p:cNvSpPr txBox="1"/>
          <p:nvPr/>
        </p:nvSpPr>
        <p:spPr>
          <a:xfrm>
            <a:off x="1809323" y="5433655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白色 </a:t>
            </a:r>
            <a:r>
              <a:rPr lang="en-US" altLang="zh-CN" sz="4400" dirty="0"/>
              <a:t>: </a:t>
            </a:r>
            <a:r>
              <a:rPr lang="en-US" sz="4400" dirty="0" err="1"/>
              <a:t>bái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ສີຂາວ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4CC4B-6089-FBE4-985E-E81D4EE91297}"/>
              </a:ext>
            </a:extLst>
          </p:cNvPr>
          <p:cNvSpPr txBox="1"/>
          <p:nvPr/>
        </p:nvSpPr>
        <p:spPr>
          <a:xfrm>
            <a:off x="1770180" y="64858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黄色 </a:t>
            </a:r>
            <a:r>
              <a:rPr lang="en-US" altLang="zh-CN" sz="4400" dirty="0"/>
              <a:t>: </a:t>
            </a:r>
            <a:r>
              <a:rPr lang="en-US" sz="4400" dirty="0" err="1"/>
              <a:t>huáng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highlight>
                  <a:srgbClr val="FFFF00"/>
                </a:highlight>
                <a:latin typeface="Saysettha OT" panose="020B0504020207020204" pitchFamily="34" charset="-34"/>
                <a:cs typeface="Saysettha OT" panose="020B0504020207020204" pitchFamily="34" charset="-34"/>
              </a:rPr>
              <a:t>ສີເຫຼືອງ</a:t>
            </a:r>
            <a:endParaRPr lang="en-US" sz="4400" dirty="0">
              <a:highlight>
                <a:srgbClr val="FFFF00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8E14B-D836-7EE4-4EAF-5FC737EA21B2}"/>
              </a:ext>
            </a:extLst>
          </p:cNvPr>
          <p:cNvSpPr txBox="1"/>
          <p:nvPr/>
        </p:nvSpPr>
        <p:spPr>
          <a:xfrm>
            <a:off x="1775003" y="74764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黑色 </a:t>
            </a:r>
            <a:r>
              <a:rPr lang="en-US" altLang="zh-CN" sz="4400" dirty="0"/>
              <a:t>: </a:t>
            </a:r>
            <a:r>
              <a:rPr lang="en-US" sz="4400" dirty="0" err="1"/>
              <a:t>hēi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ສີດຳ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5C5570-0BF9-3AE2-8416-F5A0DA784B9A}"/>
              </a:ext>
            </a:extLst>
          </p:cNvPr>
          <p:cNvSpPr txBox="1"/>
          <p:nvPr/>
        </p:nvSpPr>
        <p:spPr>
          <a:xfrm>
            <a:off x="9829800" y="24003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紫色 </a:t>
            </a:r>
            <a:r>
              <a:rPr lang="en-US" altLang="zh-CN" sz="4400" dirty="0"/>
              <a:t>: </a:t>
            </a:r>
            <a:r>
              <a:rPr lang="en-US" sz="4400" dirty="0" err="1"/>
              <a:t>zǐ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solidFill>
                  <a:srgbClr val="7030A0"/>
                </a:solidFill>
                <a:latin typeface="Saysettha OT" panose="020B0504020207020204" pitchFamily="34" charset="-34"/>
                <a:cs typeface="Saysettha OT" panose="020B0504020207020204" pitchFamily="34" charset="-34"/>
              </a:rPr>
              <a:t>ສີມ່ວງ</a:t>
            </a:r>
            <a:endParaRPr lang="en-US" sz="4400" dirty="0">
              <a:solidFill>
                <a:srgbClr val="7030A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3DC81-70C2-B0F0-0C2B-525E932B8A40}"/>
              </a:ext>
            </a:extLst>
          </p:cNvPr>
          <p:cNvSpPr txBox="1"/>
          <p:nvPr/>
        </p:nvSpPr>
        <p:spPr>
          <a:xfrm>
            <a:off x="9834623" y="33909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灰色 </a:t>
            </a:r>
            <a:r>
              <a:rPr lang="en-US" altLang="zh-CN" sz="4400" dirty="0"/>
              <a:t>: </a:t>
            </a:r>
            <a:r>
              <a:rPr lang="en-US" sz="4400" dirty="0" err="1"/>
              <a:t>huī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ສີເທົາ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709C91-C88A-EE7D-54D8-1FC5E795EBCD}"/>
              </a:ext>
            </a:extLst>
          </p:cNvPr>
          <p:cNvSpPr txBox="1"/>
          <p:nvPr/>
        </p:nvSpPr>
        <p:spPr>
          <a:xfrm>
            <a:off x="9824977" y="4443055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粉色 </a:t>
            </a:r>
            <a:r>
              <a:rPr lang="en-US" altLang="zh-CN" sz="4400" dirty="0"/>
              <a:t>: </a:t>
            </a:r>
            <a:r>
              <a:rPr lang="en-US" sz="4400" dirty="0" err="1"/>
              <a:t>fěn</a:t>
            </a:r>
            <a:r>
              <a:rPr lang="lo-LA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 </a:t>
            </a:r>
            <a:r>
              <a:rPr lang="lo-LA" sz="4400" dirty="0">
                <a:solidFill>
                  <a:srgbClr val="7030A0"/>
                </a:solidFill>
                <a:highlight>
                  <a:srgbClr val="FF00FF"/>
                </a:highlight>
                <a:latin typeface="Saysettha OT" panose="020B0504020207020204" pitchFamily="34" charset="-34"/>
                <a:cs typeface="Saysettha OT" panose="020B0504020207020204" pitchFamily="34" charset="-34"/>
              </a:rPr>
              <a:t>ສີບົວ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A9EC26-840B-77BB-01A8-3021D0A2F7ED}"/>
              </a:ext>
            </a:extLst>
          </p:cNvPr>
          <p:cNvSpPr txBox="1"/>
          <p:nvPr/>
        </p:nvSpPr>
        <p:spPr>
          <a:xfrm>
            <a:off x="9804143" y="5716369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颜色 </a:t>
            </a:r>
            <a:r>
              <a:rPr lang="en-US" altLang="zh-CN" sz="4400" dirty="0"/>
              <a:t>: </a:t>
            </a:r>
            <a:r>
              <a:rPr lang="en-US" altLang="zh-CN" sz="4400" dirty="0" err="1"/>
              <a:t>y</a:t>
            </a:r>
            <a:r>
              <a:rPr lang="en-US" sz="4400" dirty="0" err="1"/>
              <a:t>á</a:t>
            </a:r>
            <a:r>
              <a:rPr lang="en-US" altLang="zh-CN" sz="4400" dirty="0" err="1"/>
              <a:t>n</a:t>
            </a:r>
            <a:r>
              <a:rPr lang="lo-LA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 = </a:t>
            </a:r>
            <a:r>
              <a:rPr lang="lo-LA" sz="4400" dirty="0">
                <a:solidFill>
                  <a:srgbClr val="7030A0"/>
                </a:solidFill>
                <a:latin typeface="Saysettha OT" panose="020B0504020207020204" pitchFamily="34" charset="-34"/>
                <a:cs typeface="Saysettha OT" panose="020B0504020207020204" pitchFamily="34" charset="-34"/>
              </a:rPr>
              <a:t>ສີ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85434B-52E5-69FA-C032-ADC734801315}"/>
              </a:ext>
            </a:extLst>
          </p:cNvPr>
          <p:cNvSpPr txBox="1"/>
          <p:nvPr/>
        </p:nvSpPr>
        <p:spPr>
          <a:xfrm>
            <a:off x="9372600" y="6966051"/>
            <a:ext cx="6629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你喜欢什么颜色？</a:t>
            </a:r>
            <a:endParaRPr lang="en-US" altLang="zh-CN" sz="4400" dirty="0"/>
          </a:p>
          <a:p>
            <a:r>
              <a:rPr lang="en-US" sz="4400" dirty="0" err="1"/>
              <a:t>Nǐ</a:t>
            </a:r>
            <a:r>
              <a:rPr lang="en-US" sz="4400" dirty="0"/>
              <a:t> </a:t>
            </a:r>
            <a:r>
              <a:rPr lang="en-US" sz="4400" dirty="0" err="1"/>
              <a:t>xǐ</a:t>
            </a:r>
            <a:r>
              <a:rPr lang="en-US" sz="4400" dirty="0"/>
              <a:t> </a:t>
            </a:r>
            <a:r>
              <a:rPr lang="en-US" sz="4400" dirty="0" err="1"/>
              <a:t>huān</a:t>
            </a:r>
            <a:r>
              <a:rPr lang="en-US" sz="4400" dirty="0"/>
              <a:t> </a:t>
            </a:r>
            <a:r>
              <a:rPr lang="en-US" sz="4400" dirty="0" err="1"/>
              <a:t>shén</a:t>
            </a:r>
            <a:r>
              <a:rPr lang="en-US" sz="4400" dirty="0"/>
              <a:t> me </a:t>
            </a:r>
            <a:r>
              <a:rPr lang="en-US" sz="4400" dirty="0" err="1"/>
              <a:t>yán</a:t>
            </a:r>
            <a:r>
              <a:rPr lang="en-US" sz="4400" dirty="0"/>
              <a:t> </a:t>
            </a:r>
            <a:r>
              <a:rPr lang="en-US" sz="4400" dirty="0" err="1"/>
              <a:t>sè</a:t>
            </a:r>
            <a:r>
              <a:rPr lang="en-US" sz="4400" dirty="0"/>
              <a:t>?</a:t>
            </a:r>
          </a:p>
          <a:p>
            <a:endParaRPr lang="en-US" sz="4400" dirty="0"/>
          </a:p>
          <a:p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ເຈົ້າມັກສີໃດ?</a:t>
            </a:r>
            <a:endParaRPr lang="lo-LA" sz="4400" dirty="0">
              <a:solidFill>
                <a:srgbClr val="7030A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57AF6-C3D7-BBC1-A195-D10F996A8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200" y="126166"/>
            <a:ext cx="1153826" cy="1151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139CE8-A541-6287-3931-25FCDA927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1" t="13716" r="9178" b="9179"/>
          <a:stretch>
            <a:fillRect/>
          </a:stretch>
        </p:blipFill>
        <p:spPr>
          <a:xfrm>
            <a:off x="-191544" y="-156910"/>
            <a:ext cx="1981201" cy="21226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8B707-A54C-9BC5-D8DA-8BE2621A3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"/>
            <a:ext cx="17570017" cy="973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2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955B-C210-09BA-5185-67583E33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1F58F-09A2-6773-20F5-FB7CF72564C6}"/>
              </a:ext>
            </a:extLst>
          </p:cNvPr>
          <p:cNvSpPr txBox="1"/>
          <p:nvPr/>
        </p:nvSpPr>
        <p:spPr>
          <a:xfrm>
            <a:off x="4631775" y="473261"/>
            <a:ext cx="9805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sz="5400" b="1" u="sng" dirty="0">
                <a:latin typeface="Saysettha OT" panose="020B0504020207020204" pitchFamily="34" charset="-34"/>
                <a:cs typeface="Saysettha OT" panose="020B0504020207020204" pitchFamily="34" charset="-34"/>
              </a:rPr>
              <a:t>ຄໍາສັບກ່່ຽວກັບສະມາຊິກໃນຄອບຄົບ</a:t>
            </a:r>
            <a:endParaRPr lang="en-US" sz="5400" b="1" u="sng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96033-1238-476A-B3A2-190BEBD7D1A4}"/>
              </a:ext>
            </a:extLst>
          </p:cNvPr>
          <p:cNvSpPr txBox="1"/>
          <p:nvPr/>
        </p:nvSpPr>
        <p:spPr>
          <a:xfrm>
            <a:off x="2871392" y="22479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爸爸</a:t>
            </a:r>
            <a:r>
              <a:rPr lang="en-US" altLang="zh-CN" sz="4400" dirty="0"/>
              <a:t>:  </a:t>
            </a:r>
            <a:r>
              <a:rPr lang="en-US" sz="4400" dirty="0" err="1"/>
              <a:t>bàba</a:t>
            </a:r>
            <a:r>
              <a:rPr lang="en-US" sz="4400" dirty="0"/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ພໍ່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38B7C-6F08-3507-4AB2-CA0ED3E1C1C8}"/>
              </a:ext>
            </a:extLst>
          </p:cNvPr>
          <p:cNvSpPr txBox="1"/>
          <p:nvPr/>
        </p:nvSpPr>
        <p:spPr>
          <a:xfrm>
            <a:off x="2876215" y="32385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妈妈</a:t>
            </a:r>
            <a:r>
              <a:rPr lang="en-US" altLang="zh-CN" sz="4400" dirty="0"/>
              <a:t>:  </a:t>
            </a:r>
            <a:r>
              <a:rPr lang="en-US" sz="4400" dirty="0" err="1"/>
              <a:t>māma</a:t>
            </a:r>
            <a:r>
              <a:rPr lang="en-US" sz="4400" dirty="0"/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ແມ່</a:t>
            </a:r>
            <a:endParaRPr lang="en-US" sz="4400" dirty="0">
              <a:highlight>
                <a:srgbClr val="0000FF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DFC5F-CF6C-26EC-D16E-4514750A600C}"/>
              </a:ext>
            </a:extLst>
          </p:cNvPr>
          <p:cNvSpPr txBox="1"/>
          <p:nvPr/>
        </p:nvSpPr>
        <p:spPr>
          <a:xfrm>
            <a:off x="2905339" y="4316224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哥哥</a:t>
            </a:r>
            <a:r>
              <a:rPr lang="en-US" altLang="zh-CN" sz="4400" dirty="0"/>
              <a:t>: </a:t>
            </a:r>
            <a:r>
              <a:rPr lang="en-US" sz="4400" dirty="0" err="1"/>
              <a:t>gēge</a:t>
            </a:r>
            <a:r>
              <a:rPr lang="en-US" sz="4400" dirty="0"/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ອ້າຍ</a:t>
            </a:r>
            <a:endParaRPr lang="en-US" sz="4400" dirty="0">
              <a:solidFill>
                <a:srgbClr val="00B05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4E22B-1661-5302-6F6B-0698A1FDD1B2}"/>
              </a:ext>
            </a:extLst>
          </p:cNvPr>
          <p:cNvSpPr txBox="1"/>
          <p:nvPr/>
        </p:nvSpPr>
        <p:spPr>
          <a:xfrm>
            <a:off x="2871392" y="5281255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弟弟 </a:t>
            </a:r>
            <a:r>
              <a:rPr lang="en-US" altLang="zh-CN" sz="4400" dirty="0"/>
              <a:t>: </a:t>
            </a:r>
            <a:r>
              <a:rPr lang="en-US" sz="4400" dirty="0" err="1"/>
              <a:t>dìdi</a:t>
            </a:r>
            <a:r>
              <a:rPr lang="en-US" sz="4400" dirty="0"/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ນ້ອງຊາຍ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0A386-3E5B-4E0D-BAAA-5F547EFB81BD}"/>
              </a:ext>
            </a:extLst>
          </p:cNvPr>
          <p:cNvSpPr txBox="1"/>
          <p:nvPr/>
        </p:nvSpPr>
        <p:spPr>
          <a:xfrm>
            <a:off x="2832249" y="63334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姐姐 </a:t>
            </a:r>
            <a:r>
              <a:rPr lang="en-US" altLang="zh-CN" sz="4400" dirty="0"/>
              <a:t>: </a:t>
            </a:r>
            <a:r>
              <a:rPr lang="en-US" sz="4400" dirty="0" err="1"/>
              <a:t>jiějie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ເອື້ອຍ</a:t>
            </a:r>
            <a:endParaRPr lang="en-US" sz="4400" dirty="0">
              <a:highlight>
                <a:srgbClr val="FFFF00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16170-360C-49FC-9D44-4303E681AD1B}"/>
              </a:ext>
            </a:extLst>
          </p:cNvPr>
          <p:cNvSpPr txBox="1"/>
          <p:nvPr/>
        </p:nvSpPr>
        <p:spPr>
          <a:xfrm>
            <a:off x="2837072" y="73240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/>
              <a:t>- </a:t>
            </a:r>
            <a:r>
              <a:rPr lang="zh-CN" altLang="en-US" sz="4400" dirty="0"/>
              <a:t>妹妹 </a:t>
            </a:r>
            <a:r>
              <a:rPr lang="en-US" altLang="zh-CN" sz="4400" dirty="0"/>
              <a:t>: </a:t>
            </a:r>
            <a:r>
              <a:rPr lang="en-US" sz="4400" dirty="0" err="1"/>
              <a:t>mèimei</a:t>
            </a:r>
            <a:r>
              <a:rPr lang="lo-LA" sz="4400" dirty="0"/>
              <a:t> </a:t>
            </a:r>
            <a:r>
              <a:rPr lang="en-US" sz="4400" dirty="0"/>
              <a:t>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ນ້ອງສາວ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BE253-BB89-B407-652E-73908BFF6D7F}"/>
              </a:ext>
            </a:extLst>
          </p:cNvPr>
          <p:cNvSpPr txBox="1"/>
          <p:nvPr/>
        </p:nvSpPr>
        <p:spPr>
          <a:xfrm>
            <a:off x="2871392" y="8376165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爷爷</a:t>
            </a:r>
            <a:r>
              <a:rPr lang="en-US" altLang="zh-CN" sz="4400" dirty="0"/>
              <a:t>:  </a:t>
            </a:r>
            <a:r>
              <a:rPr lang="en-US" sz="4400" dirty="0" err="1"/>
              <a:t>yéye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ພໍ່ເຖົ້າ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BE8682-4ABA-11A6-524C-D6B841F1AE71}"/>
              </a:ext>
            </a:extLst>
          </p:cNvPr>
          <p:cNvSpPr txBox="1"/>
          <p:nvPr/>
        </p:nvSpPr>
        <p:spPr>
          <a:xfrm>
            <a:off x="10186592" y="22479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奶奶</a:t>
            </a:r>
            <a:r>
              <a:rPr lang="en-US" altLang="zh-CN" sz="4400" dirty="0"/>
              <a:t>:  </a:t>
            </a:r>
            <a:r>
              <a:rPr lang="en-US" sz="4400" dirty="0" err="1"/>
              <a:t>nǎinai</a:t>
            </a:r>
            <a:r>
              <a:rPr lang="lo-LA" sz="4400" dirty="0"/>
              <a:t> </a:t>
            </a:r>
            <a:r>
              <a:rPr lang="en-US" sz="4400" dirty="0"/>
              <a:t>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ແມ່ເຖົ້າ</a:t>
            </a:r>
            <a:endParaRPr lang="en-US" sz="4400" dirty="0">
              <a:highlight>
                <a:srgbClr val="0000FF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3631E8-FC1E-FC42-CCF2-EA44CB81EED2}"/>
              </a:ext>
            </a:extLst>
          </p:cNvPr>
          <p:cNvSpPr txBox="1"/>
          <p:nvPr/>
        </p:nvSpPr>
        <p:spPr>
          <a:xfrm>
            <a:off x="10215716" y="3325624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孩子</a:t>
            </a:r>
            <a:r>
              <a:rPr lang="en-US" altLang="zh-CN" sz="4400" dirty="0"/>
              <a:t>: </a:t>
            </a:r>
            <a:r>
              <a:rPr lang="en-US" sz="4400" dirty="0" err="1"/>
              <a:t>hái</a:t>
            </a:r>
            <a:r>
              <a:rPr lang="en-US" sz="4400" dirty="0"/>
              <a:t> zi 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ລູກ</a:t>
            </a:r>
            <a:endParaRPr lang="en-US" sz="4400" dirty="0">
              <a:solidFill>
                <a:srgbClr val="00B05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46766E-97FA-D34D-370C-F2EBDB2CA451}"/>
              </a:ext>
            </a:extLst>
          </p:cNvPr>
          <p:cNvSpPr txBox="1"/>
          <p:nvPr/>
        </p:nvSpPr>
        <p:spPr>
          <a:xfrm>
            <a:off x="10156369" y="4283035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儿子 </a:t>
            </a:r>
            <a:r>
              <a:rPr lang="en-US" altLang="zh-CN" sz="4400" dirty="0"/>
              <a:t>: </a:t>
            </a:r>
            <a:r>
              <a:rPr lang="en-US" sz="4400" dirty="0" err="1"/>
              <a:t>érzi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ລູກຊາຍ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4A776-9986-DAF7-D68D-77F246E290E1}"/>
              </a:ext>
            </a:extLst>
          </p:cNvPr>
          <p:cNvSpPr txBox="1"/>
          <p:nvPr/>
        </p:nvSpPr>
        <p:spPr>
          <a:xfrm>
            <a:off x="10142626" y="53428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- </a:t>
            </a:r>
            <a:r>
              <a:rPr lang="zh-CN" altLang="en-US" sz="4400" dirty="0"/>
              <a:t>女儿 </a:t>
            </a:r>
            <a:r>
              <a:rPr lang="en-US" altLang="zh-CN" sz="4400" dirty="0"/>
              <a:t>: </a:t>
            </a:r>
            <a:r>
              <a:rPr lang="en-US" sz="4400" dirty="0" err="1"/>
              <a:t>nǚér</a:t>
            </a:r>
            <a:r>
              <a:rPr lang="en-US" sz="4400" dirty="0"/>
              <a:t> 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ລູກສາວ</a:t>
            </a:r>
            <a:endParaRPr lang="en-US" sz="4400" dirty="0">
              <a:highlight>
                <a:srgbClr val="FFFF00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0E5962-D84B-25B6-E6CD-C3D0CF6C967D}"/>
              </a:ext>
            </a:extLst>
          </p:cNvPr>
          <p:cNvSpPr txBox="1"/>
          <p:nvPr/>
        </p:nvSpPr>
        <p:spPr>
          <a:xfrm>
            <a:off x="10147449" y="63334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/>
              <a:t>- </a:t>
            </a:r>
            <a:r>
              <a:rPr lang="zh-CN" altLang="en-US" sz="4400" dirty="0"/>
              <a:t>丈夫 </a:t>
            </a:r>
            <a:r>
              <a:rPr lang="en-US" altLang="zh-CN" sz="4400" dirty="0"/>
              <a:t>: </a:t>
            </a:r>
            <a:r>
              <a:rPr lang="en-US" sz="4400" dirty="0" err="1"/>
              <a:t>zhàngfu</a:t>
            </a:r>
            <a:r>
              <a:rPr lang="lo-LA" sz="4400" dirty="0"/>
              <a:t> </a:t>
            </a:r>
            <a:r>
              <a:rPr lang="en-US" sz="4400" dirty="0"/>
              <a:t>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ຜົວ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9856B5-C821-6D8F-28DC-7E177BC47DE0}"/>
              </a:ext>
            </a:extLst>
          </p:cNvPr>
          <p:cNvSpPr txBox="1"/>
          <p:nvPr/>
        </p:nvSpPr>
        <p:spPr>
          <a:xfrm>
            <a:off x="10186849" y="735605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/>
              <a:t>- </a:t>
            </a:r>
            <a:r>
              <a:rPr lang="zh-CN" altLang="en-US" sz="4400" dirty="0"/>
              <a:t>妻子 </a:t>
            </a:r>
            <a:r>
              <a:rPr lang="en-US" altLang="zh-CN" sz="4400" dirty="0"/>
              <a:t>: </a:t>
            </a:r>
            <a:r>
              <a:rPr lang="en-US" sz="4400" dirty="0" err="1"/>
              <a:t>qīzi</a:t>
            </a:r>
            <a:r>
              <a:rPr lang="lo-LA" sz="4400" dirty="0"/>
              <a:t> </a:t>
            </a:r>
            <a:r>
              <a:rPr lang="en-US" sz="4400" dirty="0"/>
              <a:t>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ເມຍ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963389-A11E-2E6C-11BA-5336B96618E5}"/>
              </a:ext>
            </a:extLst>
          </p:cNvPr>
          <p:cNvSpPr txBox="1"/>
          <p:nvPr/>
        </p:nvSpPr>
        <p:spPr>
          <a:xfrm>
            <a:off x="10212822" y="8313461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/>
              <a:t>- </a:t>
            </a:r>
            <a:r>
              <a:rPr lang="zh-CN" altLang="en-US" sz="4400" dirty="0"/>
              <a:t>家 </a:t>
            </a:r>
            <a:r>
              <a:rPr lang="en-US" altLang="zh-CN" sz="4400" dirty="0"/>
              <a:t>: </a:t>
            </a:r>
            <a:r>
              <a:rPr lang="en-US" sz="4400" dirty="0" err="1"/>
              <a:t>jiā</a:t>
            </a:r>
            <a:r>
              <a:rPr lang="lo-LA" sz="4400" dirty="0"/>
              <a:t> </a:t>
            </a:r>
            <a:r>
              <a:rPr lang="en-US" sz="4400" dirty="0"/>
              <a:t>=</a:t>
            </a:r>
            <a:r>
              <a:rPr lang="lo-LA" sz="4400" dirty="0"/>
              <a:t>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ຄອບຄົວ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7845ECD-55AE-7822-8CB6-E3B068D1CA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200" y="126166"/>
            <a:ext cx="1153826" cy="11512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EEF447C-F7BF-EE83-F17C-65D962E4F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1" t="13716" r="9178" b="9179"/>
          <a:stretch>
            <a:fillRect/>
          </a:stretch>
        </p:blipFill>
        <p:spPr>
          <a:xfrm>
            <a:off x="-191544" y="-156910"/>
            <a:ext cx="1981201" cy="212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4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A7370-9B22-97C1-6E50-E5FEDEB0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08F80-B12D-8B75-B6F6-D9B7FE8DE776}"/>
              </a:ext>
            </a:extLst>
          </p:cNvPr>
          <p:cNvSpPr txBox="1"/>
          <p:nvPr/>
        </p:nvSpPr>
        <p:spPr>
          <a:xfrm>
            <a:off x="4631775" y="473261"/>
            <a:ext cx="7712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o-LA" sz="5400" b="1" u="sng" dirty="0">
                <a:latin typeface="Saysettha OT" panose="020B0504020207020204" pitchFamily="34" charset="-34"/>
                <a:cs typeface="Saysettha OT" panose="020B0504020207020204" pitchFamily="34" charset="-34"/>
              </a:rPr>
              <a:t>ຄໍາສັບໃຊ້ໃນຊີວິດປະຈໍາວັນ</a:t>
            </a:r>
            <a:endParaRPr lang="en-US" sz="5400" b="1" u="sng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8E835-94C2-B939-1850-A2C892E0AA30}"/>
              </a:ext>
            </a:extLst>
          </p:cNvPr>
          <p:cNvSpPr txBox="1"/>
          <p:nvPr/>
        </p:nvSpPr>
        <p:spPr>
          <a:xfrm>
            <a:off x="1789657" y="24765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去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qù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ໄປ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AB474-9628-6613-DB55-96F8F152556A}"/>
              </a:ext>
            </a:extLst>
          </p:cNvPr>
          <p:cNvSpPr txBox="1"/>
          <p:nvPr/>
        </p:nvSpPr>
        <p:spPr>
          <a:xfrm>
            <a:off x="1794480" y="34671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来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lái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ມາ</a:t>
            </a:r>
            <a:endParaRPr lang="en-US" sz="4400" dirty="0">
              <a:highlight>
                <a:srgbClr val="0000FF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7BE41-A408-3381-62D7-3FA95E4D7A5F}"/>
              </a:ext>
            </a:extLst>
          </p:cNvPr>
          <p:cNvSpPr txBox="1"/>
          <p:nvPr/>
        </p:nvSpPr>
        <p:spPr>
          <a:xfrm>
            <a:off x="1823604" y="4544824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吃饭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chīfàn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ກິນເຂົ້າ</a:t>
            </a:r>
            <a:endParaRPr lang="en-US" sz="4400" dirty="0">
              <a:solidFill>
                <a:srgbClr val="00B05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6C2B-706C-EBF0-01A9-4658D65FDA29}"/>
              </a:ext>
            </a:extLst>
          </p:cNvPr>
          <p:cNvSpPr txBox="1"/>
          <p:nvPr/>
        </p:nvSpPr>
        <p:spPr>
          <a:xfrm>
            <a:off x="1789657" y="5509855"/>
            <a:ext cx="6958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起床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qǐchuáng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ຕື່ນນອນ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5DA51-A51E-FD68-8AAD-2F0E9E5E74A8}"/>
              </a:ext>
            </a:extLst>
          </p:cNvPr>
          <p:cNvSpPr txBox="1"/>
          <p:nvPr/>
        </p:nvSpPr>
        <p:spPr>
          <a:xfrm>
            <a:off x="1750514" y="65620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睡觉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shuìjiào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ນອນ</a:t>
            </a:r>
            <a:endParaRPr lang="en-US" sz="4400" dirty="0">
              <a:highlight>
                <a:srgbClr val="FFFF00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DE1074-935D-3EA5-D775-1229CD976305}"/>
              </a:ext>
            </a:extLst>
          </p:cNvPr>
          <p:cNvSpPr txBox="1"/>
          <p:nvPr/>
        </p:nvSpPr>
        <p:spPr>
          <a:xfrm>
            <a:off x="1755337" y="75526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洗脸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xǐliǎn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ລ້າງໜ້າ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21874F-1E3C-BA2D-B469-FFE446D47A15}"/>
              </a:ext>
            </a:extLst>
          </p:cNvPr>
          <p:cNvSpPr txBox="1"/>
          <p:nvPr/>
        </p:nvSpPr>
        <p:spPr>
          <a:xfrm>
            <a:off x="1789657" y="8640407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刷牙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shuāyá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ຖູແຂ້ວ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04EC6-D080-02CA-7C10-7B646C72B5C3}"/>
              </a:ext>
            </a:extLst>
          </p:cNvPr>
          <p:cNvSpPr txBox="1"/>
          <p:nvPr/>
        </p:nvSpPr>
        <p:spPr>
          <a:xfrm>
            <a:off x="9104856" y="2476500"/>
            <a:ext cx="857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吃早饭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chīzǎofàn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ກິນເຂົ້າເຊົ້າ</a:t>
            </a:r>
            <a:endParaRPr lang="en-US" sz="4400" dirty="0">
              <a:highlight>
                <a:srgbClr val="0000FF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C77A2A-9A01-D0F2-D4FC-094440B5391E}"/>
              </a:ext>
            </a:extLst>
          </p:cNvPr>
          <p:cNvSpPr txBox="1"/>
          <p:nvPr/>
        </p:nvSpPr>
        <p:spPr>
          <a:xfrm>
            <a:off x="9133981" y="3554224"/>
            <a:ext cx="7778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吃午饭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chīwǔfàn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ກິນເຂົ້າທ່ຽງ</a:t>
            </a:r>
            <a:endParaRPr lang="en-US" sz="4400" dirty="0">
              <a:solidFill>
                <a:srgbClr val="00B05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183F75-C3CC-2A50-4A39-7BB5018D2828}"/>
              </a:ext>
            </a:extLst>
          </p:cNvPr>
          <p:cNvSpPr txBox="1"/>
          <p:nvPr/>
        </p:nvSpPr>
        <p:spPr>
          <a:xfrm>
            <a:off x="9074633" y="4511635"/>
            <a:ext cx="857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吃晚饭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chīwǎnfàn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ກິນເຂົ້າແລງ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7B89D0-6754-3277-DD71-3A914F32F433}"/>
              </a:ext>
            </a:extLst>
          </p:cNvPr>
          <p:cNvSpPr txBox="1"/>
          <p:nvPr/>
        </p:nvSpPr>
        <p:spPr>
          <a:xfrm>
            <a:off x="9060891" y="55714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洗澡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xǐzǎo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ອາບນ້ຳ</a:t>
            </a:r>
            <a:endParaRPr lang="en-US" sz="4400" dirty="0">
              <a:highlight>
                <a:srgbClr val="FFFF00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5FC55-6A9D-961C-C7DA-80AD3334BACD}"/>
              </a:ext>
            </a:extLst>
          </p:cNvPr>
          <p:cNvSpPr txBox="1"/>
          <p:nvPr/>
        </p:nvSpPr>
        <p:spPr>
          <a:xfrm>
            <a:off x="9065714" y="65620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学习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xuéxí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ຮຽນ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B08B5-968A-0518-A413-8D192BB0943C}"/>
              </a:ext>
            </a:extLst>
          </p:cNvPr>
          <p:cNvSpPr txBox="1"/>
          <p:nvPr/>
        </p:nvSpPr>
        <p:spPr>
          <a:xfrm>
            <a:off x="9148293" y="758465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说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shuō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ເວົ້າ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AC662B-D181-635A-2075-1EE3FA639B4F}"/>
              </a:ext>
            </a:extLst>
          </p:cNvPr>
          <p:cNvSpPr txBox="1"/>
          <p:nvPr/>
        </p:nvSpPr>
        <p:spPr>
          <a:xfrm>
            <a:off x="9131087" y="8542061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看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kàn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ເບິ່ງ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BAF0C4F-34D3-5505-387A-1757D468F9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200" y="126166"/>
            <a:ext cx="1153826" cy="11512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9C53C56-F5AB-C8B6-0152-0D2DF2E4F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1" t="13716" r="9178" b="9179"/>
          <a:stretch>
            <a:fillRect/>
          </a:stretch>
        </p:blipFill>
        <p:spPr>
          <a:xfrm>
            <a:off x="-191544" y="-156910"/>
            <a:ext cx="1981201" cy="212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1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3000">
              <a:schemeClr val="accent1">
                <a:lumMod val="5000"/>
                <a:lumOff val="95000"/>
              </a:schemeClr>
            </a:gs>
            <a:gs pos="3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F2AFF-5274-DECF-4E03-58F4182E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59763-481B-1703-48D4-9AAFC90FABB8}"/>
              </a:ext>
            </a:extLst>
          </p:cNvPr>
          <p:cNvSpPr txBox="1"/>
          <p:nvPr/>
        </p:nvSpPr>
        <p:spPr>
          <a:xfrm>
            <a:off x="6080878" y="513833"/>
            <a:ext cx="5960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o-LA" sz="5400" b="1" u="sng" dirty="0">
                <a:latin typeface="Saysettha OT" panose="020B0504020207020204" pitchFamily="34" charset="-34"/>
                <a:cs typeface="Saysettha OT" panose="020B0504020207020204" pitchFamily="34" charset="-34"/>
              </a:rPr>
              <a:t>ຄໍາສັບກ່ຽວກັບມື້</a:t>
            </a:r>
            <a:endParaRPr lang="en-US" sz="5400" b="1" u="sng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76416-7C41-9861-863A-33E97B676FD5}"/>
              </a:ext>
            </a:extLst>
          </p:cNvPr>
          <p:cNvSpPr txBox="1"/>
          <p:nvPr/>
        </p:nvSpPr>
        <p:spPr>
          <a:xfrm>
            <a:off x="1789657" y="24765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今天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jīn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tiān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ມື້ນີ້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CC2A1-8C66-4893-ACA3-25E89B3B82A4}"/>
              </a:ext>
            </a:extLst>
          </p:cNvPr>
          <p:cNvSpPr txBox="1"/>
          <p:nvPr/>
        </p:nvSpPr>
        <p:spPr>
          <a:xfrm>
            <a:off x="1794480" y="34671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明天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míng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tiān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ມື້ອື່ນ</a:t>
            </a:r>
            <a:endParaRPr lang="en-US" sz="4400" dirty="0">
              <a:highlight>
                <a:srgbClr val="0000FF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47A08-0AF7-01AC-B9C4-1442A89B069D}"/>
              </a:ext>
            </a:extLst>
          </p:cNvPr>
          <p:cNvSpPr txBox="1"/>
          <p:nvPr/>
        </p:nvSpPr>
        <p:spPr>
          <a:xfrm>
            <a:off x="1823604" y="4544824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昨天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zuó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tiān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ມື້ວານ</a:t>
            </a:r>
            <a:endParaRPr lang="en-US" sz="4400" dirty="0">
              <a:solidFill>
                <a:srgbClr val="00B05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B707D-E646-B8C7-D074-FD5CFF750D17}"/>
              </a:ext>
            </a:extLst>
          </p:cNvPr>
          <p:cNvSpPr txBox="1"/>
          <p:nvPr/>
        </p:nvSpPr>
        <p:spPr>
          <a:xfrm>
            <a:off x="1823604" y="5511461"/>
            <a:ext cx="6958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后天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hòu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tiān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ມື້ຮື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F0AA5-05B7-B70B-17A4-428B88F7210A}"/>
              </a:ext>
            </a:extLst>
          </p:cNvPr>
          <p:cNvSpPr txBox="1"/>
          <p:nvPr/>
        </p:nvSpPr>
        <p:spPr>
          <a:xfrm>
            <a:off x="1750514" y="656201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前天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altLang="zh-CN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qian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tiān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ມື້ຊືນ</a:t>
            </a:r>
            <a:endParaRPr lang="en-US" sz="4400" dirty="0">
              <a:highlight>
                <a:srgbClr val="FFFF00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C2EB9-57BD-254C-6325-60961BF51093}"/>
              </a:ext>
            </a:extLst>
          </p:cNvPr>
          <p:cNvSpPr txBox="1"/>
          <p:nvPr/>
        </p:nvSpPr>
        <p:spPr>
          <a:xfrm>
            <a:off x="1755336" y="7552610"/>
            <a:ext cx="7160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刚才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gāng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cái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ມື້ກີ້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3D597-72BC-4913-C854-007AEE019939}"/>
              </a:ext>
            </a:extLst>
          </p:cNvPr>
          <p:cNvSpPr txBox="1"/>
          <p:nvPr/>
        </p:nvSpPr>
        <p:spPr>
          <a:xfrm>
            <a:off x="1789657" y="8640407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星期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xīng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ອາທິດ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1DEE9-7965-92B5-B6B6-DD179B7EB623}"/>
              </a:ext>
            </a:extLst>
          </p:cNvPr>
          <p:cNvSpPr txBox="1"/>
          <p:nvPr/>
        </p:nvSpPr>
        <p:spPr>
          <a:xfrm>
            <a:off x="9104856" y="2476500"/>
            <a:ext cx="857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星期一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xīng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yī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ວັນຈັນ</a:t>
            </a:r>
            <a:endParaRPr lang="en-US" sz="4400" dirty="0">
              <a:highlight>
                <a:srgbClr val="0000FF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9293E3-AA15-452E-C8CA-D3891DF3D5C2}"/>
              </a:ext>
            </a:extLst>
          </p:cNvPr>
          <p:cNvSpPr txBox="1"/>
          <p:nvPr/>
        </p:nvSpPr>
        <p:spPr>
          <a:xfrm>
            <a:off x="9133980" y="3554224"/>
            <a:ext cx="85141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星期二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xīng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èr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ວັນອັງຄານ</a:t>
            </a:r>
            <a:endParaRPr lang="en-US" sz="4400" dirty="0">
              <a:solidFill>
                <a:srgbClr val="00B05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7930B6-7094-BCFE-AF2D-426ADE4C4FF0}"/>
              </a:ext>
            </a:extLst>
          </p:cNvPr>
          <p:cNvSpPr txBox="1"/>
          <p:nvPr/>
        </p:nvSpPr>
        <p:spPr>
          <a:xfrm>
            <a:off x="9074633" y="4511635"/>
            <a:ext cx="857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星期三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xīng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sān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ວັນພຸດ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33E9CC-E6B4-8A46-719A-83AE17990991}"/>
              </a:ext>
            </a:extLst>
          </p:cNvPr>
          <p:cNvSpPr txBox="1"/>
          <p:nvPr/>
        </p:nvSpPr>
        <p:spPr>
          <a:xfrm>
            <a:off x="9060890" y="5571410"/>
            <a:ext cx="86175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星期四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xīng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sì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ວັນພະຫັດ</a:t>
            </a:r>
            <a:endParaRPr lang="en-US" sz="4400" dirty="0">
              <a:highlight>
                <a:srgbClr val="FFFF00"/>
              </a:highlight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CBA51D-5842-0356-DE95-E4C488D41E13}"/>
              </a:ext>
            </a:extLst>
          </p:cNvPr>
          <p:cNvSpPr txBox="1"/>
          <p:nvPr/>
        </p:nvSpPr>
        <p:spPr>
          <a:xfrm>
            <a:off x="9065714" y="6562010"/>
            <a:ext cx="8688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星期五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xīng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wǔ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ວັນສຸກ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A6C0A5-76DE-25DE-2FD1-A6A9EF413752}"/>
              </a:ext>
            </a:extLst>
          </p:cNvPr>
          <p:cNvSpPr txBox="1"/>
          <p:nvPr/>
        </p:nvSpPr>
        <p:spPr>
          <a:xfrm>
            <a:off x="9148292" y="7584650"/>
            <a:ext cx="8377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星期六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xīng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liù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ວັນເສົາ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A85E44-6074-4F45-B723-D18C9EFEF8F4}"/>
              </a:ext>
            </a:extLst>
          </p:cNvPr>
          <p:cNvSpPr txBox="1"/>
          <p:nvPr/>
        </p:nvSpPr>
        <p:spPr>
          <a:xfrm>
            <a:off x="9109772" y="8618548"/>
            <a:ext cx="8884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/>
              <a:t>星期天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/>
              <a:t>xīng</a:t>
            </a:r>
            <a:r>
              <a:rPr lang="en-US" sz="4400" dirty="0"/>
              <a:t> </a:t>
            </a:r>
            <a:r>
              <a:rPr lang="en-US" sz="4400" dirty="0" err="1"/>
              <a:t>qī</a:t>
            </a:r>
            <a:r>
              <a:rPr lang="en-US" sz="4400" dirty="0"/>
              <a:t> </a:t>
            </a:r>
            <a:r>
              <a:rPr lang="en-US" sz="4400" dirty="0" err="1"/>
              <a:t>tiān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lo-LA" sz="4400" dirty="0"/>
              <a:t>ວັນອາທິດ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56C8F2E-CE3F-85F5-71A0-D10603F36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200" y="126166"/>
            <a:ext cx="1153826" cy="11512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C197E9D-2FBB-A3E1-E298-7363ACC44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1" t="13716" r="9178" b="9179"/>
          <a:stretch>
            <a:fillRect/>
          </a:stretch>
        </p:blipFill>
        <p:spPr>
          <a:xfrm>
            <a:off x="-191544" y="-156910"/>
            <a:ext cx="1981201" cy="21226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D4E1FF2-7104-4B18-F542-E6AC4742E283}"/>
                  </a:ext>
                </a:extLst>
              </p14:cNvPr>
              <p14:cNvContentPartPr/>
              <p14:nvPr/>
            </p14:nvContentPartPr>
            <p14:xfrm>
              <a:off x="1152360" y="6515280"/>
              <a:ext cx="3534120" cy="828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D4E1FF2-7104-4B18-F542-E6AC4742E2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3000" y="6505920"/>
                <a:ext cx="3552840" cy="84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685BB-1C0E-0FAE-407A-DD0191AE21E1}"/>
                  </a:ext>
                </a:extLst>
              </p14:cNvPr>
              <p14:cNvContentPartPr/>
              <p14:nvPr/>
            </p14:nvContentPartPr>
            <p14:xfrm>
              <a:off x="4876920" y="3076560"/>
              <a:ext cx="743040" cy="47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685BB-1C0E-0FAE-407A-DD0191AE21E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67560" y="3067200"/>
                <a:ext cx="7617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D84C89E-E352-4AAF-DC77-D3AB8CA41683}"/>
                  </a:ext>
                </a:extLst>
              </p14:cNvPr>
              <p14:cNvContentPartPr/>
              <p14:nvPr/>
            </p14:nvContentPartPr>
            <p14:xfrm>
              <a:off x="8029440" y="2419200"/>
              <a:ext cx="6010920" cy="6258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D84C89E-E352-4AAF-DC77-D3AB8CA416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20080" y="2409840"/>
                <a:ext cx="6029640" cy="627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254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3000">
              <a:schemeClr val="accent1">
                <a:lumMod val="5000"/>
                <a:lumOff val="95000"/>
              </a:schemeClr>
            </a:gs>
            <a:gs pos="3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B4492-6241-C4A9-87AD-B6724F84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61E39-8BD8-32DD-E2FF-CB2C279434BC}"/>
              </a:ext>
            </a:extLst>
          </p:cNvPr>
          <p:cNvSpPr txBox="1"/>
          <p:nvPr/>
        </p:nvSpPr>
        <p:spPr>
          <a:xfrm>
            <a:off x="3764338" y="526158"/>
            <a:ext cx="10302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o-LA" sz="5400" b="1" u="sng" dirty="0">
                <a:latin typeface="Saysettha OT" panose="020B0504020207020204" pitchFamily="34" charset="-34"/>
                <a:cs typeface="Saysettha OT" panose="020B0504020207020204" pitchFamily="34" charset="-34"/>
              </a:rPr>
              <a:t>ປະໂຫຍກທີ່ມັກໃຊ້ໃນຊີວິດປະຈໍາວັນ</a:t>
            </a:r>
            <a:endParaRPr lang="en-US" sz="5400" b="1" u="sng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2FA80-AECF-BB44-7448-842067999DF8}"/>
              </a:ext>
            </a:extLst>
          </p:cNvPr>
          <p:cNvSpPr txBox="1"/>
          <p:nvPr/>
        </p:nvSpPr>
        <p:spPr>
          <a:xfrm>
            <a:off x="2725994" y="225021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1.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你在干吗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Nǐ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zài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gàn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ma?=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ເຈົ້າເຮັດຫຍັງຢູ່?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C8D9372-BBD4-3A45-1E3C-86C1FF8FCB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200" y="126166"/>
            <a:ext cx="1153826" cy="11512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9E1288-C728-4D7B-F1F9-6A983F923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1" t="13716" r="9178" b="9179"/>
          <a:stretch>
            <a:fillRect/>
          </a:stretch>
        </p:blipFill>
        <p:spPr>
          <a:xfrm>
            <a:off x="-191544" y="-156910"/>
            <a:ext cx="1981201" cy="21226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7E8D9C-F52E-E0E5-64B6-7239916B5F7D}"/>
              </a:ext>
            </a:extLst>
          </p:cNvPr>
          <p:cNvSpPr txBox="1"/>
          <p:nvPr/>
        </p:nvSpPr>
        <p:spPr>
          <a:xfrm>
            <a:off x="2725994" y="316538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2.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我不知道。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Wǒ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bù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zhī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dào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ຂ້ອຍບໍ່ຮູ້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1F7EE-7BC7-6CD1-F43E-D0D20729075A}"/>
              </a:ext>
            </a:extLst>
          </p:cNvPr>
          <p:cNvSpPr txBox="1"/>
          <p:nvPr/>
        </p:nvSpPr>
        <p:spPr>
          <a:xfrm>
            <a:off x="2743200" y="407824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3.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我很高兴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Wǒ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hěn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gāo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xìng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ຂ້ອຍມີຄວາມສຸກ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BA57E-53DE-1ABE-2D30-1EF89003068D}"/>
              </a:ext>
            </a:extLst>
          </p:cNvPr>
          <p:cNvSpPr txBox="1"/>
          <p:nvPr/>
        </p:nvSpPr>
        <p:spPr>
          <a:xfrm>
            <a:off x="2743200" y="499110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4.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我很累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Wǒ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hěn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lèi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ຂ້ອຍເມື່ອຍຫຼາຍ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850CA-0556-677D-C3C5-470DF183F572}"/>
              </a:ext>
            </a:extLst>
          </p:cNvPr>
          <p:cNvSpPr txBox="1"/>
          <p:nvPr/>
        </p:nvSpPr>
        <p:spPr>
          <a:xfrm>
            <a:off x="2708788" y="593208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5.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我去学校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Wǒ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qù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xué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xiào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ຂ້ອຍໄປໂຮງຮຽນ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647C89-DE8C-E00B-09CF-A89F4E7945C5}"/>
              </a:ext>
            </a:extLst>
          </p:cNvPr>
          <p:cNvSpPr txBox="1"/>
          <p:nvPr/>
        </p:nvSpPr>
        <p:spPr>
          <a:xfrm>
            <a:off x="2708788" y="684725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6.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我做作业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Wǒ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zuò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zuò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yè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ຂ້ອຍເຮັດວຽກບ້ານ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737D6-1E3F-B2BA-5571-5D24CC1BF182}"/>
              </a:ext>
            </a:extLst>
          </p:cNvPr>
          <p:cNvSpPr txBox="1"/>
          <p:nvPr/>
        </p:nvSpPr>
        <p:spPr>
          <a:xfrm>
            <a:off x="2725994" y="776011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7.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你睡觉了吗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it-IT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Nǐ shuì jiào le ma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ເຈົ້ານອນແລ້ວບໍ?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0F53F7-2879-5AF9-AEC2-33B491BE63F0}"/>
              </a:ext>
            </a:extLst>
          </p:cNvPr>
          <p:cNvSpPr txBox="1"/>
          <p:nvPr/>
        </p:nvSpPr>
        <p:spPr>
          <a:xfrm>
            <a:off x="2725994" y="8675280"/>
            <a:ext cx="133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8.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我睡觉了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Wǒ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shuì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jiào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le= 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ຂ້ອຍນອນແລ້ວ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9D2D594-C267-52EF-B014-192D42DDFFB9}"/>
                  </a:ext>
                </a:extLst>
              </p14:cNvPr>
              <p14:cNvContentPartPr/>
              <p14:nvPr/>
            </p14:nvContentPartPr>
            <p14:xfrm>
              <a:off x="4772160" y="7448400"/>
              <a:ext cx="10211040" cy="124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9D2D594-C267-52EF-B014-192D42DDFF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800" y="7439040"/>
                <a:ext cx="102297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C98E402-F391-A46E-5C42-60C4CA0FEA20}"/>
                  </a:ext>
                </a:extLst>
              </p14:cNvPr>
              <p14:cNvContentPartPr/>
              <p14:nvPr/>
            </p14:nvContentPartPr>
            <p14:xfrm>
              <a:off x="7400880" y="7524720"/>
              <a:ext cx="1838880" cy="76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C98E402-F391-A46E-5C42-60C4CA0FEA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91520" y="7515360"/>
                <a:ext cx="1857600" cy="9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421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6F0AE8-9DFD-B832-DC75-E3392995BEB6}"/>
              </a:ext>
            </a:extLst>
          </p:cNvPr>
          <p:cNvSpPr txBox="1"/>
          <p:nvPr/>
        </p:nvSpPr>
        <p:spPr>
          <a:xfrm>
            <a:off x="2743200" y="4078240"/>
            <a:ext cx="1447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今天我很高兴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Wǒ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hěn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gāo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xìng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ມື້ນີ້ຂ້ອຍມີຄວາມສຸກ</a:t>
            </a:r>
            <a:endParaRPr lang="en-US" sz="4400" dirty="0">
              <a:solidFill>
                <a:srgbClr val="FF0000"/>
              </a:solidFill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589414-F2FE-1450-58B8-E735953F1621}"/>
                  </a:ext>
                </a:extLst>
              </p14:cNvPr>
              <p14:cNvContentPartPr/>
              <p14:nvPr/>
            </p14:nvContentPartPr>
            <p14:xfrm>
              <a:off x="2362320" y="771480"/>
              <a:ext cx="7801200" cy="5315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589414-F2FE-1450-58B8-E735953F16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2960" y="762120"/>
                <a:ext cx="7819920" cy="533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8E983B-D5F8-DDF6-F413-4331D50ADDDD}"/>
                  </a:ext>
                </a:extLst>
              </p14:cNvPr>
              <p14:cNvContentPartPr/>
              <p14:nvPr/>
            </p14:nvContentPartPr>
            <p14:xfrm>
              <a:off x="3933720" y="4695840"/>
              <a:ext cx="5220000" cy="4267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8E983B-D5F8-DDF6-F413-4331D50ADD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4360" y="4686480"/>
                <a:ext cx="5238720" cy="42861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0479F3A-10C6-AFB4-BF84-D3B10384D593}"/>
              </a:ext>
            </a:extLst>
          </p:cNvPr>
          <p:cNvSpPr txBox="1"/>
          <p:nvPr/>
        </p:nvSpPr>
        <p:spPr>
          <a:xfrm>
            <a:off x="10820400" y="9525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要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altLang="zh-CN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yao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ຈະ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BEEDDB-3081-CD37-4E6B-9251BEEBA21D}"/>
              </a:ext>
            </a:extLst>
          </p:cNvPr>
          <p:cNvCxnSpPr/>
          <p:nvPr/>
        </p:nvCxnSpPr>
        <p:spPr>
          <a:xfrm flipH="1" flipV="1">
            <a:off x="12877800" y="771480"/>
            <a:ext cx="228600" cy="333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A93EEC-25F3-122B-49F8-8991EA6DABA1}"/>
              </a:ext>
            </a:extLst>
          </p:cNvPr>
          <p:cNvSpPr txBox="1"/>
          <p:nvPr/>
        </p:nvSpPr>
        <p:spPr>
          <a:xfrm>
            <a:off x="10783529" y="1902961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o-LA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- </a:t>
            </a:r>
            <a:r>
              <a:rPr lang="zh-CN" alt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想 </a:t>
            </a:r>
            <a:r>
              <a:rPr lang="en-US" altLang="zh-CN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: </a:t>
            </a:r>
            <a:r>
              <a:rPr lang="en-US" altLang="zh-CN" sz="4400" dirty="0" err="1">
                <a:latin typeface="Saysettha OT" panose="020B0504020207020204" pitchFamily="34" charset="-34"/>
                <a:cs typeface="Saysettha OT" panose="020B0504020207020204" pitchFamily="34" charset="-34"/>
              </a:rPr>
              <a:t>xiang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</a:t>
            </a:r>
            <a:r>
              <a:rPr lang="en-US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=</a:t>
            </a:r>
            <a:r>
              <a:rPr lang="lo-LA" sz="4400" dirty="0">
                <a:latin typeface="Saysettha OT" panose="020B0504020207020204" pitchFamily="34" charset="-34"/>
                <a:cs typeface="Saysettha OT" panose="020B0504020207020204" pitchFamily="34" charset="-34"/>
              </a:rPr>
              <a:t> ຢາກ</a:t>
            </a:r>
            <a:endParaRPr lang="en-US" sz="4400" dirty="0">
              <a:latin typeface="Saysettha OT" panose="020B0504020207020204" pitchFamily="34" charset="-34"/>
              <a:cs typeface="Saysettha OT" panose="020B0504020207020204" pitchFamily="34" charset="-34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89BD01-AE3B-15BA-692E-047F1BB538F5}"/>
              </a:ext>
            </a:extLst>
          </p:cNvPr>
          <p:cNvCxnSpPr/>
          <p:nvPr/>
        </p:nvCxnSpPr>
        <p:spPr>
          <a:xfrm>
            <a:off x="13106400" y="1721941"/>
            <a:ext cx="152400" cy="373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B6F7A0-8A90-F87D-C612-4C187C05198D}"/>
              </a:ext>
            </a:extLst>
          </p:cNvPr>
          <p:cNvCxnSpPr/>
          <p:nvPr/>
        </p:nvCxnSpPr>
        <p:spPr>
          <a:xfrm flipH="1">
            <a:off x="13106400" y="1721941"/>
            <a:ext cx="228600" cy="297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1800</TotalTime>
  <Words>661</Words>
  <Application>Microsoft Office PowerPoint</Application>
  <PresentationFormat>Custom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Britannic Bold</vt:lpstr>
      <vt:lpstr>Saysettha OT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kor yang</cp:lastModifiedBy>
  <cp:revision>1</cp:revision>
  <dcterms:created xsi:type="dcterms:W3CDTF">2006-08-16T00:00:00Z</dcterms:created>
  <dcterms:modified xsi:type="dcterms:W3CDTF">2025-09-12T13:23:39Z</dcterms:modified>
  <dc:identifier>DAGrDNyCSmk</dc:identifier>
</cp:coreProperties>
</file>